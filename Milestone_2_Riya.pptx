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649200" cy="7315200"/>
  <p:notesSz cx="126492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5242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42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42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42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74" y="466788"/>
            <a:ext cx="291528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5242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6924" y="1439538"/>
            <a:ext cx="9504680" cy="4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28600" y="228600"/>
            <a:ext cx="12192000" cy="6858000"/>
            <a:chOff x="228600" y="228600"/>
            <a:chExt cx="12192000" cy="6858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228600"/>
              <a:ext cx="12191999" cy="68579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38150" y="390524"/>
              <a:ext cx="11772900" cy="6505575"/>
            </a:xfrm>
            <a:custGeom>
              <a:avLst/>
              <a:gdLst/>
              <a:ahLst/>
              <a:cxnLst/>
              <a:rect l="l" t="t" r="r" b="b"/>
              <a:pathLst>
                <a:path w="11772900" h="6505575">
                  <a:moveTo>
                    <a:pt x="11772899" y="6505574"/>
                  </a:moveTo>
                  <a:lnTo>
                    <a:pt x="0" y="6505574"/>
                  </a:lnTo>
                  <a:lnTo>
                    <a:pt x="0" y="0"/>
                  </a:lnTo>
                  <a:lnTo>
                    <a:pt x="11772899" y="0"/>
                  </a:lnTo>
                  <a:lnTo>
                    <a:pt x="11772899" y="6505574"/>
                  </a:lnTo>
                  <a:close/>
                </a:path>
              </a:pathLst>
            </a:custGeom>
            <a:solidFill>
              <a:srgbClr val="F5C3AF">
                <a:alpha val="2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3720" y="2159000"/>
            <a:ext cx="11035030" cy="1275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125095">
              <a:lnSpc>
                <a:spcPts val="4920"/>
              </a:lnSpc>
              <a:spcBef>
                <a:spcPts val="100"/>
              </a:spcBef>
              <a:tabLst>
                <a:tab pos="3354070" algn="l"/>
              </a:tabLst>
            </a:pPr>
            <a:r>
              <a:rPr dirty="0" sz="4200" spc="-10"/>
              <a:t>MILESTONE</a:t>
            </a:r>
            <a:r>
              <a:rPr dirty="0" sz="4200"/>
              <a:t>	</a:t>
            </a:r>
            <a:r>
              <a:rPr dirty="0" sz="4200" spc="-25"/>
              <a:t>2:</a:t>
            </a:r>
            <a:endParaRPr sz="4200"/>
          </a:p>
          <a:p>
            <a:pPr algn="ctr">
              <a:lnSpc>
                <a:spcPts val="4920"/>
              </a:lnSpc>
              <a:tabLst>
                <a:tab pos="6830695" algn="l"/>
              </a:tabLst>
            </a:pPr>
            <a:r>
              <a:rPr dirty="0" sz="4200"/>
              <a:t>GLOBAL</a:t>
            </a:r>
            <a:r>
              <a:rPr dirty="0" sz="4200" spc="-220"/>
              <a:t> </a:t>
            </a:r>
            <a:r>
              <a:rPr dirty="0" sz="4200" spc="-35"/>
              <a:t>ECONOMIC</a:t>
            </a:r>
            <a:r>
              <a:rPr dirty="0" sz="4200" spc="-215"/>
              <a:t> </a:t>
            </a:r>
            <a:r>
              <a:rPr dirty="0" sz="4200" spc="-25"/>
              <a:t>AND</a:t>
            </a:r>
            <a:r>
              <a:rPr dirty="0" sz="4200"/>
              <a:t>	</a:t>
            </a:r>
            <a:r>
              <a:rPr dirty="0" sz="4200" spc="-10"/>
              <a:t>DEMOGRAPHIC</a:t>
            </a:r>
            <a:endParaRPr sz="4200"/>
          </a:p>
        </p:txBody>
      </p:sp>
      <p:sp>
        <p:nvSpPr>
          <p:cNvPr id="7" name="object 7" descr=""/>
          <p:cNvSpPr txBox="1"/>
          <p:nvPr/>
        </p:nvSpPr>
        <p:spPr>
          <a:xfrm>
            <a:off x="4987626" y="3378200"/>
            <a:ext cx="26739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50" b="1">
                <a:solidFill>
                  <a:srgbClr val="252423"/>
                </a:solidFill>
                <a:latin typeface="Times New Roman"/>
                <a:cs typeface="Times New Roman"/>
              </a:rPr>
              <a:t>ANALYSIS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63124" y="5191124"/>
            <a:ext cx="2447925" cy="1704975"/>
          </a:xfrm>
          <a:custGeom>
            <a:avLst/>
            <a:gdLst/>
            <a:ahLst/>
            <a:cxnLst/>
            <a:rect l="l" t="t" r="r" b="b"/>
            <a:pathLst>
              <a:path w="2447925" h="1704975">
                <a:moveTo>
                  <a:pt x="2447924" y="1704974"/>
                </a:moveTo>
                <a:lnTo>
                  <a:pt x="0" y="1704974"/>
                </a:lnTo>
                <a:lnTo>
                  <a:pt x="0" y="0"/>
                </a:lnTo>
                <a:lnTo>
                  <a:pt x="2447924" y="0"/>
                </a:lnTo>
                <a:lnTo>
                  <a:pt x="2447924" y="1704974"/>
                </a:lnTo>
                <a:close/>
              </a:path>
            </a:pathLst>
          </a:custGeom>
          <a:solidFill>
            <a:srgbClr val="FFFFFF">
              <a:alpha val="3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798049" y="5197475"/>
            <a:ext cx="2218690" cy="144843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310515">
              <a:lnSpc>
                <a:spcPts val="2770"/>
              </a:lnSpc>
              <a:spcBef>
                <a:spcPts val="280"/>
              </a:spcBef>
            </a:pPr>
            <a:r>
              <a:rPr dirty="0" sz="2400" spc="-80">
                <a:solidFill>
                  <a:srgbClr val="252423"/>
                </a:solidFill>
                <a:latin typeface="Times New Roman"/>
                <a:cs typeface="Times New Roman"/>
              </a:rPr>
              <a:t>RIYA</a:t>
            </a:r>
            <a:r>
              <a:rPr dirty="0" sz="2400" spc="-1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RAJESH </a:t>
            </a:r>
            <a:r>
              <a:rPr dirty="0" sz="2400" spc="-20">
                <a:solidFill>
                  <a:srgbClr val="252423"/>
                </a:solidFill>
                <a:latin typeface="Times New Roman"/>
                <a:cs typeface="Times New Roman"/>
              </a:rPr>
              <a:t>14-07-2025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55"/>
              </a:lnSpc>
            </a:pPr>
            <a:r>
              <a:rPr dirty="0" sz="2400" spc="-20">
                <a:solidFill>
                  <a:srgbClr val="252423"/>
                </a:solidFill>
                <a:latin typeface="Times New Roman"/>
                <a:cs typeface="Times New Roman"/>
              </a:rPr>
              <a:t>DA</a:t>
            </a:r>
            <a:r>
              <a:rPr dirty="0" sz="2400" spc="-1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252423"/>
                </a:solidFill>
                <a:latin typeface="Times New Roman"/>
                <a:cs typeface="Times New Roman"/>
              </a:rPr>
              <a:t>DS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25"/>
              </a:lnSpc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MARCH</a:t>
            </a:r>
            <a:r>
              <a:rPr dirty="0" sz="2400" spc="-9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35">
                <a:solidFill>
                  <a:srgbClr val="252423"/>
                </a:solidFill>
                <a:latin typeface="Times New Roman"/>
                <a:cs typeface="Times New Roman"/>
              </a:rPr>
              <a:t>BATCH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90524" y="342899"/>
            <a:ext cx="11906250" cy="6638925"/>
          </a:xfrm>
          <a:custGeom>
            <a:avLst/>
            <a:gdLst/>
            <a:ahLst/>
            <a:cxnLst/>
            <a:rect l="l" t="t" r="r" b="b"/>
            <a:pathLst>
              <a:path w="11906250" h="6638925">
                <a:moveTo>
                  <a:pt x="11906249" y="6638924"/>
                </a:moveTo>
                <a:lnTo>
                  <a:pt x="0" y="6638924"/>
                </a:lnTo>
                <a:lnTo>
                  <a:pt x="0" y="0"/>
                </a:lnTo>
                <a:lnTo>
                  <a:pt x="11906249" y="0"/>
                </a:lnTo>
                <a:lnTo>
                  <a:pt x="11906249" y="6638924"/>
                </a:lnTo>
                <a:close/>
              </a:path>
            </a:pathLst>
          </a:custGeom>
          <a:solidFill>
            <a:srgbClr val="FFFFFF">
              <a:alpha val="160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5450" y="346106"/>
            <a:ext cx="21990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/>
              <a:t>OBJECTIVE: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425450" y="806450"/>
            <a:ext cx="10864215" cy="167767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 indent="133350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The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objective of this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project is to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analyze and derive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insights from global </a:t>
            </a:r>
            <a:r>
              <a:rPr dirty="0" sz="2400" spc="-20">
                <a:solidFill>
                  <a:srgbClr val="252423"/>
                </a:solidFill>
                <a:latin typeface="Times New Roman"/>
                <a:cs typeface="Times New Roman"/>
              </a:rPr>
              <a:t>data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covering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population,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60">
                <a:solidFill>
                  <a:srgbClr val="252423"/>
                </a:solidFill>
                <a:latin typeface="Times New Roman"/>
                <a:cs typeface="Times New Roman"/>
              </a:rPr>
              <a:t>GDP,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country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characteristics,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health-related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indicators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252423"/>
                </a:solidFill>
                <a:latin typeface="Times New Roman"/>
                <a:cs typeface="Times New Roman"/>
              </a:rPr>
              <a:t>from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85"/>
              </a:lnSpc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multiple 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sources.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800" spc="-70" b="1">
                <a:solidFill>
                  <a:srgbClr val="252423"/>
                </a:solidFill>
                <a:latin typeface="Times New Roman"/>
                <a:cs typeface="Times New Roman"/>
              </a:rPr>
              <a:t>DATASET</a:t>
            </a:r>
            <a:r>
              <a:rPr dirty="0" sz="2800" spc="-6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52423"/>
                </a:solidFill>
                <a:latin typeface="Times New Roman"/>
                <a:cs typeface="Times New Roman"/>
              </a:rPr>
              <a:t>OVERVIEW: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52450" y="2524124"/>
            <a:ext cx="11820525" cy="4514850"/>
            <a:chOff x="552450" y="2524124"/>
            <a:chExt cx="11820525" cy="451485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450" y="4162425"/>
              <a:ext cx="3924299" cy="28765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0" y="4162425"/>
              <a:ext cx="2924174" cy="28574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1425" y="4162424"/>
              <a:ext cx="4781549" cy="27812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450" y="2524124"/>
              <a:ext cx="11706224" cy="15430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23849" y="361949"/>
            <a:ext cx="12020550" cy="6638925"/>
          </a:xfrm>
          <a:custGeom>
            <a:avLst/>
            <a:gdLst/>
            <a:ahLst/>
            <a:cxnLst/>
            <a:rect l="l" t="t" r="r" b="b"/>
            <a:pathLst>
              <a:path w="12020550" h="6638925">
                <a:moveTo>
                  <a:pt x="12020549" y="6638924"/>
                </a:moveTo>
                <a:lnTo>
                  <a:pt x="0" y="6638924"/>
                </a:lnTo>
                <a:lnTo>
                  <a:pt x="0" y="0"/>
                </a:lnTo>
                <a:lnTo>
                  <a:pt x="12020549" y="0"/>
                </a:lnTo>
                <a:lnTo>
                  <a:pt x="12020549" y="6638924"/>
                </a:lnTo>
                <a:close/>
              </a:path>
            </a:pathLst>
          </a:custGeom>
          <a:solidFill>
            <a:srgbClr val="FFFFFF">
              <a:alpha val="168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774" y="365156"/>
            <a:ext cx="73101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5"/>
              <a:t>DATA</a:t>
            </a:r>
            <a:r>
              <a:rPr dirty="0" sz="2800" spc="-155"/>
              <a:t> </a:t>
            </a:r>
            <a:r>
              <a:rPr dirty="0" sz="2800" spc="-10"/>
              <a:t>CLEANING</a:t>
            </a:r>
            <a:r>
              <a:rPr dirty="0" sz="2800" spc="-165"/>
              <a:t> </a:t>
            </a:r>
            <a:r>
              <a:rPr dirty="0" sz="2800"/>
              <a:t>AND</a:t>
            </a:r>
            <a:r>
              <a:rPr dirty="0" sz="2800" spc="-120"/>
              <a:t> </a:t>
            </a:r>
            <a:r>
              <a:rPr dirty="0" sz="2800"/>
              <a:t>IMPORTING</a:t>
            </a:r>
            <a:r>
              <a:rPr dirty="0" sz="2800" spc="-50"/>
              <a:t> </a:t>
            </a:r>
            <a:r>
              <a:rPr dirty="0" sz="2800" spc="-10"/>
              <a:t>STEPS: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449411" y="943038"/>
            <a:ext cx="11219815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indent="-80645">
              <a:lnSpc>
                <a:spcPts val="2365"/>
              </a:lnSpc>
              <a:spcBef>
                <a:spcPts val="100"/>
              </a:spcBef>
              <a:buSzPct val="45000"/>
              <a:buFont typeface="Segoe UI"/>
              <a:buChar char="•"/>
              <a:tabLst>
                <a:tab pos="93345" algn="l"/>
              </a:tabLst>
            </a:pP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Removed</a:t>
            </a:r>
            <a:r>
              <a:rPr dirty="0" sz="20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null values and filled</a:t>
            </a:r>
            <a:r>
              <a:rPr dirty="0" sz="20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blanks</a:t>
            </a:r>
            <a:endParaRPr sz="2000">
              <a:latin typeface="Times New Roman"/>
              <a:cs typeface="Times New Roman"/>
            </a:endParaRPr>
          </a:p>
          <a:p>
            <a:pPr marL="93345" indent="-80645">
              <a:lnSpc>
                <a:spcPts val="2325"/>
              </a:lnSpc>
              <a:buSzPct val="45000"/>
              <a:buFont typeface="Segoe UI"/>
              <a:buChar char="•"/>
              <a:tabLst>
                <a:tab pos="93345" algn="l"/>
              </a:tabLst>
            </a:pP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Formatted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columns</a:t>
            </a:r>
            <a:endParaRPr sz="2000">
              <a:latin typeface="Times New Roman"/>
              <a:cs typeface="Times New Roman"/>
            </a:endParaRPr>
          </a:p>
          <a:p>
            <a:pPr marL="93345" indent="-80645">
              <a:lnSpc>
                <a:spcPts val="2325"/>
              </a:lnSpc>
              <a:buSzPct val="45000"/>
              <a:buFont typeface="Segoe UI"/>
              <a:buChar char="•"/>
              <a:tabLst>
                <a:tab pos="93345" algn="l"/>
              </a:tabLst>
            </a:pP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Imported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SQL</a:t>
            </a:r>
            <a:r>
              <a:rPr dirty="0" sz="2000" spc="-8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dataset: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Using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SQL</a:t>
            </a:r>
            <a:r>
              <a:rPr dirty="0" sz="2000" spc="-8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connector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from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'Get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Data'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MySQL</a:t>
            </a:r>
            <a:r>
              <a:rPr dirty="0" sz="2000" spc="-8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Database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(Select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file)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Connect</a:t>
            </a:r>
            <a:endParaRPr sz="2000">
              <a:latin typeface="Times New Roman"/>
              <a:cs typeface="Times New Roman"/>
            </a:endParaRPr>
          </a:p>
          <a:p>
            <a:pPr marL="93345" indent="-80645">
              <a:lnSpc>
                <a:spcPts val="2325"/>
              </a:lnSpc>
              <a:buSzPct val="45000"/>
              <a:buFont typeface="Segoe UI"/>
              <a:buChar char="•"/>
              <a:tabLst>
                <a:tab pos="93345" algn="l"/>
              </a:tabLst>
            </a:pP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Imported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CSV</a:t>
            </a:r>
            <a:r>
              <a:rPr dirty="0" sz="2000" spc="-4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file: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'Get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Data'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4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52423"/>
                </a:solidFill>
                <a:latin typeface="Times New Roman"/>
                <a:cs typeface="Times New Roman"/>
              </a:rPr>
              <a:t>Text/CSV</a:t>
            </a:r>
            <a:r>
              <a:rPr dirty="0" sz="2000" spc="-4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Select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file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Import</a:t>
            </a:r>
            <a:endParaRPr sz="2000">
              <a:latin typeface="Times New Roman"/>
              <a:cs typeface="Times New Roman"/>
            </a:endParaRPr>
          </a:p>
          <a:p>
            <a:pPr marL="93345" indent="-80645">
              <a:lnSpc>
                <a:spcPts val="2365"/>
              </a:lnSpc>
              <a:buSzPct val="45000"/>
              <a:buFont typeface="Segoe UI"/>
              <a:buChar char="•"/>
              <a:tabLst>
                <a:tab pos="93345" algn="l"/>
              </a:tabLst>
            </a:pP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Imported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Excel</a:t>
            </a:r>
            <a:r>
              <a:rPr dirty="0" sz="2000" spc="-5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Worksheet: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'Get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Data'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Excel</a:t>
            </a:r>
            <a:r>
              <a:rPr dirty="0" sz="2000" spc="-5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Workbook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Select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file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particular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sheets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needed</a:t>
            </a:r>
            <a:r>
              <a:rPr dirty="0" sz="20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5242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252423"/>
                </a:solidFill>
                <a:latin typeface="Times New Roman"/>
                <a:cs typeface="Times New Roman"/>
              </a:rPr>
              <a:t> Import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23875" y="2695574"/>
            <a:ext cx="11610975" cy="4162425"/>
            <a:chOff x="523875" y="2695574"/>
            <a:chExt cx="11610975" cy="416242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2695574"/>
              <a:ext cx="4133850" cy="41624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0449" y="2695574"/>
              <a:ext cx="4086225" cy="4162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875" y="2695574"/>
              <a:ext cx="2762249" cy="4162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23849" y="352424"/>
            <a:ext cx="11982450" cy="6638925"/>
          </a:xfrm>
          <a:custGeom>
            <a:avLst/>
            <a:gdLst/>
            <a:ahLst/>
            <a:cxnLst/>
            <a:rect l="l" t="t" r="r" b="b"/>
            <a:pathLst>
              <a:path w="11982450" h="6638925">
                <a:moveTo>
                  <a:pt x="11982449" y="6638924"/>
                </a:moveTo>
                <a:lnTo>
                  <a:pt x="0" y="6638924"/>
                </a:lnTo>
                <a:lnTo>
                  <a:pt x="0" y="0"/>
                </a:lnTo>
                <a:lnTo>
                  <a:pt x="11982449" y="0"/>
                </a:lnTo>
                <a:lnTo>
                  <a:pt x="11982449" y="6638924"/>
                </a:lnTo>
                <a:close/>
              </a:path>
            </a:pathLst>
          </a:custGeom>
          <a:solidFill>
            <a:srgbClr val="FFFFFF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774" y="355631"/>
            <a:ext cx="41351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DAX</a:t>
            </a:r>
            <a:r>
              <a:rPr dirty="0" sz="2800" spc="-90"/>
              <a:t> </a:t>
            </a:r>
            <a:r>
              <a:rPr dirty="0" sz="2800"/>
              <a:t>FUNCTIONS</a:t>
            </a:r>
            <a:r>
              <a:rPr dirty="0" sz="2800" spc="-85"/>
              <a:t> </a:t>
            </a:r>
            <a:r>
              <a:rPr dirty="0" sz="2800" spc="-10"/>
              <a:t>USED:</a:t>
            </a:r>
            <a:endParaRPr sz="2800"/>
          </a:p>
        </p:txBody>
      </p:sp>
      <p:grpSp>
        <p:nvGrpSpPr>
          <p:cNvPr id="6" name="object 6" descr=""/>
          <p:cNvGrpSpPr/>
          <p:nvPr/>
        </p:nvGrpSpPr>
        <p:grpSpPr>
          <a:xfrm>
            <a:off x="371474" y="952500"/>
            <a:ext cx="11887200" cy="5991225"/>
            <a:chOff x="371474" y="952500"/>
            <a:chExt cx="11887200" cy="599122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474" y="952500"/>
              <a:ext cx="11887199" cy="4952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74" y="1543049"/>
              <a:ext cx="5457824" cy="15430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4549" y="1543049"/>
              <a:ext cx="6334124" cy="15430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474" y="3181349"/>
              <a:ext cx="11887199" cy="13144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474" y="4591050"/>
              <a:ext cx="11887199" cy="4476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474" y="5124450"/>
              <a:ext cx="11887199" cy="4762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474" y="5667374"/>
              <a:ext cx="11887199" cy="285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1474" y="6067424"/>
              <a:ext cx="11887199" cy="4095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1474" y="6600824"/>
              <a:ext cx="11887198" cy="342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28600" y="228600"/>
            <a:ext cx="12192000" cy="581025"/>
          </a:xfrm>
          <a:custGeom>
            <a:avLst/>
            <a:gdLst/>
            <a:ahLst/>
            <a:cxnLst/>
            <a:rect l="l" t="t" r="r" b="b"/>
            <a:pathLst>
              <a:path w="12192000" h="581025">
                <a:moveTo>
                  <a:pt x="12191999" y="581024"/>
                </a:moveTo>
                <a:lnTo>
                  <a:pt x="0" y="5810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581024"/>
                </a:lnTo>
                <a:close/>
              </a:path>
            </a:pathLst>
          </a:custGeom>
          <a:solidFill>
            <a:srgbClr val="73361B">
              <a:alpha val="388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70024" y="228663"/>
            <a:ext cx="105092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 b="1">
                <a:solidFill>
                  <a:srgbClr val="252423"/>
                </a:solidFill>
                <a:latin typeface="Times New Roman"/>
                <a:cs typeface="Times New Roman"/>
              </a:rPr>
              <a:t>GLOBAL</a:t>
            </a:r>
            <a:r>
              <a:rPr dirty="0" sz="3200" spc="-17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252423"/>
                </a:solidFill>
                <a:latin typeface="Times New Roman"/>
                <a:cs typeface="Times New Roman"/>
              </a:rPr>
              <a:t>ECONOMIC</a:t>
            </a:r>
            <a:r>
              <a:rPr dirty="0" sz="3200" spc="-17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3200" spc="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252423"/>
                </a:solidFill>
                <a:latin typeface="Times New Roman"/>
                <a:cs typeface="Times New Roman"/>
              </a:rPr>
              <a:t>DEMOGRAPHIC</a:t>
            </a:r>
            <a:r>
              <a:rPr dirty="0" sz="3200" spc="-17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252423"/>
                </a:solidFill>
                <a:latin typeface="Times New Roman"/>
                <a:cs typeface="Times New Roman"/>
              </a:rPr>
              <a:t>ANALYSIS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28600" y="809624"/>
            <a:ext cx="2324100" cy="1428750"/>
            <a:chOff x="228600" y="809624"/>
            <a:chExt cx="2324100" cy="1428750"/>
          </a:xfrm>
        </p:grpSpPr>
        <p:sp>
          <p:nvSpPr>
            <p:cNvPr id="7" name="object 7" descr=""/>
            <p:cNvSpPr/>
            <p:nvPr/>
          </p:nvSpPr>
          <p:spPr>
            <a:xfrm>
              <a:off x="228600" y="809624"/>
              <a:ext cx="2324100" cy="1428750"/>
            </a:xfrm>
            <a:custGeom>
              <a:avLst/>
              <a:gdLst/>
              <a:ahLst/>
              <a:cxnLst/>
              <a:rect l="l" t="t" r="r" b="b"/>
              <a:pathLst>
                <a:path w="2324100" h="1428750">
                  <a:moveTo>
                    <a:pt x="2324099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2324099" y="0"/>
                  </a:lnTo>
                  <a:lnTo>
                    <a:pt x="2324099" y="1428749"/>
                  </a:lnTo>
                  <a:close/>
                </a:path>
              </a:pathLst>
            </a:custGeom>
            <a:solidFill>
              <a:srgbClr val="FFFFFF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8124" y="1400174"/>
              <a:ext cx="2305050" cy="828675"/>
            </a:xfrm>
            <a:custGeom>
              <a:avLst/>
              <a:gdLst/>
              <a:ahLst/>
              <a:cxnLst/>
              <a:rect l="l" t="t" r="r" b="b"/>
              <a:pathLst>
                <a:path w="2305050" h="828675">
                  <a:moveTo>
                    <a:pt x="0" y="828674"/>
                  </a:moveTo>
                  <a:lnTo>
                    <a:pt x="2305049" y="828674"/>
                  </a:lnTo>
                  <a:lnTo>
                    <a:pt x="2305049" y="0"/>
                  </a:lnTo>
                  <a:lnTo>
                    <a:pt x="0" y="0"/>
                  </a:lnTo>
                  <a:lnTo>
                    <a:pt x="0" y="828674"/>
                  </a:lnTo>
                  <a:close/>
                </a:path>
              </a:pathLst>
            </a:custGeom>
            <a:solidFill>
              <a:srgbClr val="EB895E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3362" y="814387"/>
              <a:ext cx="2314575" cy="1419225"/>
            </a:xfrm>
            <a:custGeom>
              <a:avLst/>
              <a:gdLst/>
              <a:ahLst/>
              <a:cxnLst/>
              <a:rect l="l" t="t" r="r" b="b"/>
              <a:pathLst>
                <a:path w="2314575" h="1419225">
                  <a:moveTo>
                    <a:pt x="0" y="0"/>
                  </a:moveTo>
                  <a:lnTo>
                    <a:pt x="2314574" y="0"/>
                  </a:lnTo>
                  <a:lnTo>
                    <a:pt x="2314574" y="1419224"/>
                  </a:lnTo>
                  <a:lnTo>
                    <a:pt x="0" y="1419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8125" y="819149"/>
              <a:ext cx="2305050" cy="581025"/>
            </a:xfrm>
            <a:custGeom>
              <a:avLst/>
              <a:gdLst/>
              <a:ahLst/>
              <a:cxnLst/>
              <a:rect l="l" t="t" r="r" b="b"/>
              <a:pathLst>
                <a:path w="2305050" h="581025">
                  <a:moveTo>
                    <a:pt x="230504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2305049" y="0"/>
                  </a:lnTo>
                  <a:lnTo>
                    <a:pt x="2305049" y="581024"/>
                  </a:lnTo>
                  <a:close/>
                </a:path>
              </a:pathLst>
            </a:custGeom>
            <a:solidFill>
              <a:srgbClr val="E8CD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70123" y="784256"/>
            <a:ext cx="1460500" cy="591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306070">
              <a:lnSpc>
                <a:spcPts val="2180"/>
              </a:lnSpc>
              <a:spcBef>
                <a:spcPts val="254"/>
              </a:spcBef>
            </a:pPr>
            <a:r>
              <a:rPr dirty="0" sz="1900" spc="-20" b="1">
                <a:solidFill>
                  <a:srgbClr val="73361B"/>
                </a:solidFill>
                <a:latin typeface="Times New Roman"/>
                <a:cs typeface="Times New Roman"/>
              </a:rPr>
              <a:t>TOTAL </a:t>
            </a: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COUNTRIES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49325" y="1454150"/>
            <a:ext cx="882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5">
                <a:solidFill>
                  <a:srgbClr val="73361B"/>
                </a:solidFill>
                <a:latin typeface="Times New Roman"/>
                <a:cs typeface="Times New Roman"/>
              </a:rPr>
              <a:t>225</a:t>
            </a:r>
            <a:endParaRPr sz="45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552699" y="809624"/>
            <a:ext cx="2533650" cy="1428750"/>
            <a:chOff x="2552699" y="809624"/>
            <a:chExt cx="2533650" cy="1428750"/>
          </a:xfrm>
        </p:grpSpPr>
        <p:sp>
          <p:nvSpPr>
            <p:cNvPr id="14" name="object 14" descr=""/>
            <p:cNvSpPr/>
            <p:nvPr/>
          </p:nvSpPr>
          <p:spPr>
            <a:xfrm>
              <a:off x="2552699" y="809624"/>
              <a:ext cx="2533650" cy="1428750"/>
            </a:xfrm>
            <a:custGeom>
              <a:avLst/>
              <a:gdLst/>
              <a:ahLst/>
              <a:cxnLst/>
              <a:rect l="l" t="t" r="r" b="b"/>
              <a:pathLst>
                <a:path w="2533650" h="1428750">
                  <a:moveTo>
                    <a:pt x="2533649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2533649" y="0"/>
                  </a:lnTo>
                  <a:lnTo>
                    <a:pt x="2533649" y="1428749"/>
                  </a:lnTo>
                  <a:close/>
                </a:path>
              </a:pathLst>
            </a:custGeom>
            <a:solidFill>
              <a:srgbClr val="FFFFFF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562224" y="1400174"/>
              <a:ext cx="2514600" cy="828675"/>
            </a:xfrm>
            <a:custGeom>
              <a:avLst/>
              <a:gdLst/>
              <a:ahLst/>
              <a:cxnLst/>
              <a:rect l="l" t="t" r="r" b="b"/>
              <a:pathLst>
                <a:path w="2514600" h="828675">
                  <a:moveTo>
                    <a:pt x="0" y="828674"/>
                  </a:moveTo>
                  <a:lnTo>
                    <a:pt x="2514599" y="828674"/>
                  </a:lnTo>
                  <a:lnTo>
                    <a:pt x="2514599" y="0"/>
                  </a:lnTo>
                  <a:lnTo>
                    <a:pt x="0" y="0"/>
                  </a:lnTo>
                  <a:lnTo>
                    <a:pt x="0" y="828674"/>
                  </a:lnTo>
                  <a:close/>
                </a:path>
              </a:pathLst>
            </a:custGeom>
            <a:solidFill>
              <a:srgbClr val="EB895E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557462" y="814387"/>
              <a:ext cx="2524125" cy="1419225"/>
            </a:xfrm>
            <a:custGeom>
              <a:avLst/>
              <a:gdLst/>
              <a:ahLst/>
              <a:cxnLst/>
              <a:rect l="l" t="t" r="r" b="b"/>
              <a:pathLst>
                <a:path w="2524125" h="1419225">
                  <a:moveTo>
                    <a:pt x="0" y="0"/>
                  </a:moveTo>
                  <a:lnTo>
                    <a:pt x="2524124" y="0"/>
                  </a:lnTo>
                  <a:lnTo>
                    <a:pt x="2524124" y="1419224"/>
                  </a:lnTo>
                  <a:lnTo>
                    <a:pt x="0" y="1419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62224" y="819149"/>
              <a:ext cx="2514600" cy="581025"/>
            </a:xfrm>
            <a:custGeom>
              <a:avLst/>
              <a:gdLst/>
              <a:ahLst/>
              <a:cxnLst/>
              <a:rect l="l" t="t" r="r" b="b"/>
              <a:pathLst>
                <a:path w="2514600" h="581025">
                  <a:moveTo>
                    <a:pt x="251459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2514599" y="0"/>
                  </a:lnTo>
                  <a:lnTo>
                    <a:pt x="2514599" y="581024"/>
                  </a:lnTo>
                  <a:close/>
                </a:path>
              </a:pathLst>
            </a:custGeom>
            <a:solidFill>
              <a:srgbClr val="E8CD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827535" y="784256"/>
            <a:ext cx="2002789" cy="591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400685">
              <a:lnSpc>
                <a:spcPts val="2180"/>
              </a:lnSpc>
              <a:spcBef>
                <a:spcPts val="254"/>
              </a:spcBef>
            </a:pP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AVERAGE </a:t>
            </a:r>
            <a:r>
              <a:rPr dirty="0" sz="1900" b="1">
                <a:solidFill>
                  <a:srgbClr val="73361B"/>
                </a:solidFill>
                <a:latin typeface="Times New Roman"/>
                <a:cs typeface="Times New Roman"/>
              </a:rPr>
              <a:t>LITERACY</a:t>
            </a:r>
            <a:r>
              <a:rPr dirty="0" sz="1900" spc="-120" b="1">
                <a:solidFill>
                  <a:srgbClr val="73361B"/>
                </a:solidFill>
                <a:latin typeface="Times New Roman"/>
                <a:cs typeface="Times New Roman"/>
              </a:rPr>
              <a:t> </a:t>
            </a:r>
            <a:r>
              <a:rPr dirty="0" sz="1900" spc="-40" b="1">
                <a:solidFill>
                  <a:srgbClr val="73361B"/>
                </a:solidFill>
                <a:latin typeface="Times New Roman"/>
                <a:cs typeface="Times New Roman"/>
              </a:rPr>
              <a:t>RATE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086349" y="809624"/>
            <a:ext cx="2505075" cy="1428750"/>
            <a:chOff x="5086349" y="809624"/>
            <a:chExt cx="2505075" cy="1428750"/>
          </a:xfrm>
        </p:grpSpPr>
        <p:sp>
          <p:nvSpPr>
            <p:cNvPr id="20" name="object 20" descr=""/>
            <p:cNvSpPr/>
            <p:nvPr/>
          </p:nvSpPr>
          <p:spPr>
            <a:xfrm>
              <a:off x="5086349" y="809624"/>
              <a:ext cx="2505075" cy="1428750"/>
            </a:xfrm>
            <a:custGeom>
              <a:avLst/>
              <a:gdLst/>
              <a:ahLst/>
              <a:cxnLst/>
              <a:rect l="l" t="t" r="r" b="b"/>
              <a:pathLst>
                <a:path w="2505075" h="1428750">
                  <a:moveTo>
                    <a:pt x="2505074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2505074" y="0"/>
                  </a:lnTo>
                  <a:lnTo>
                    <a:pt x="2505074" y="1428749"/>
                  </a:lnTo>
                  <a:close/>
                </a:path>
              </a:pathLst>
            </a:custGeom>
            <a:solidFill>
              <a:srgbClr val="FFFFFF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095874" y="1400174"/>
              <a:ext cx="2486025" cy="828675"/>
            </a:xfrm>
            <a:custGeom>
              <a:avLst/>
              <a:gdLst/>
              <a:ahLst/>
              <a:cxnLst/>
              <a:rect l="l" t="t" r="r" b="b"/>
              <a:pathLst>
                <a:path w="2486025" h="828675">
                  <a:moveTo>
                    <a:pt x="0" y="828674"/>
                  </a:moveTo>
                  <a:lnTo>
                    <a:pt x="2486024" y="828674"/>
                  </a:lnTo>
                  <a:lnTo>
                    <a:pt x="2486024" y="0"/>
                  </a:lnTo>
                  <a:lnTo>
                    <a:pt x="0" y="0"/>
                  </a:lnTo>
                  <a:lnTo>
                    <a:pt x="0" y="828674"/>
                  </a:lnTo>
                  <a:close/>
                </a:path>
              </a:pathLst>
            </a:custGeom>
            <a:solidFill>
              <a:srgbClr val="EB895E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91112" y="814387"/>
              <a:ext cx="2495550" cy="1419225"/>
            </a:xfrm>
            <a:custGeom>
              <a:avLst/>
              <a:gdLst/>
              <a:ahLst/>
              <a:cxnLst/>
              <a:rect l="l" t="t" r="r" b="b"/>
              <a:pathLst>
                <a:path w="2495550" h="1419225">
                  <a:moveTo>
                    <a:pt x="0" y="0"/>
                  </a:moveTo>
                  <a:lnTo>
                    <a:pt x="2495549" y="0"/>
                  </a:lnTo>
                  <a:lnTo>
                    <a:pt x="2495549" y="1419224"/>
                  </a:lnTo>
                  <a:lnTo>
                    <a:pt x="0" y="1419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95874" y="819149"/>
              <a:ext cx="2486025" cy="581025"/>
            </a:xfrm>
            <a:custGeom>
              <a:avLst/>
              <a:gdLst/>
              <a:ahLst/>
              <a:cxnLst/>
              <a:rect l="l" t="t" r="r" b="b"/>
              <a:pathLst>
                <a:path w="2486025" h="581025">
                  <a:moveTo>
                    <a:pt x="248602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2486024" y="0"/>
                  </a:lnTo>
                  <a:lnTo>
                    <a:pt x="2486024" y="581024"/>
                  </a:lnTo>
                  <a:close/>
                </a:path>
              </a:pathLst>
            </a:custGeom>
            <a:solidFill>
              <a:srgbClr val="E8CD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198367" y="784256"/>
            <a:ext cx="2299970" cy="591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695960" marR="5080" indent="-683895">
              <a:lnSpc>
                <a:spcPts val="2180"/>
              </a:lnSpc>
              <a:spcBef>
                <a:spcPts val="254"/>
              </a:spcBef>
            </a:pPr>
            <a:r>
              <a:rPr dirty="0" sz="1900" spc="-30" b="1">
                <a:solidFill>
                  <a:srgbClr val="73361B"/>
                </a:solidFill>
                <a:latin typeface="Times New Roman"/>
                <a:cs typeface="Times New Roman"/>
              </a:rPr>
              <a:t>AVERAGE</a:t>
            </a:r>
            <a:r>
              <a:rPr dirty="0" sz="1900" spc="-75" b="1">
                <a:solidFill>
                  <a:srgbClr val="73361B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GDP</a:t>
            </a:r>
            <a:r>
              <a:rPr dirty="0" sz="1900" spc="-110" b="1">
                <a:solidFill>
                  <a:srgbClr val="73361B"/>
                </a:solidFill>
                <a:latin typeface="Times New Roman"/>
                <a:cs typeface="Times New Roman"/>
              </a:rPr>
              <a:t> </a:t>
            </a:r>
            <a:r>
              <a:rPr dirty="0" sz="1900" spc="-25" b="1">
                <a:solidFill>
                  <a:srgbClr val="73361B"/>
                </a:solidFill>
                <a:latin typeface="Times New Roman"/>
                <a:cs typeface="Times New Roman"/>
              </a:rPr>
              <a:t>PER </a:t>
            </a: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CAPITA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591425" y="809624"/>
            <a:ext cx="2343150" cy="1428750"/>
            <a:chOff x="7591425" y="809624"/>
            <a:chExt cx="2343150" cy="1428750"/>
          </a:xfrm>
        </p:grpSpPr>
        <p:sp>
          <p:nvSpPr>
            <p:cNvPr id="26" name="object 26" descr=""/>
            <p:cNvSpPr/>
            <p:nvPr/>
          </p:nvSpPr>
          <p:spPr>
            <a:xfrm>
              <a:off x="7591425" y="809624"/>
              <a:ext cx="2343150" cy="1428750"/>
            </a:xfrm>
            <a:custGeom>
              <a:avLst/>
              <a:gdLst/>
              <a:ahLst/>
              <a:cxnLst/>
              <a:rect l="l" t="t" r="r" b="b"/>
              <a:pathLst>
                <a:path w="2343150" h="1428750">
                  <a:moveTo>
                    <a:pt x="2343149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2343149" y="0"/>
                  </a:lnTo>
                  <a:lnTo>
                    <a:pt x="2343149" y="1428749"/>
                  </a:lnTo>
                  <a:close/>
                </a:path>
              </a:pathLst>
            </a:custGeom>
            <a:solidFill>
              <a:srgbClr val="FFFFFF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600949" y="1400174"/>
              <a:ext cx="2324100" cy="828675"/>
            </a:xfrm>
            <a:custGeom>
              <a:avLst/>
              <a:gdLst/>
              <a:ahLst/>
              <a:cxnLst/>
              <a:rect l="l" t="t" r="r" b="b"/>
              <a:pathLst>
                <a:path w="2324100" h="828675">
                  <a:moveTo>
                    <a:pt x="0" y="828674"/>
                  </a:moveTo>
                  <a:lnTo>
                    <a:pt x="2324099" y="828674"/>
                  </a:lnTo>
                  <a:lnTo>
                    <a:pt x="2324099" y="0"/>
                  </a:lnTo>
                  <a:lnTo>
                    <a:pt x="0" y="0"/>
                  </a:lnTo>
                  <a:lnTo>
                    <a:pt x="0" y="828674"/>
                  </a:lnTo>
                  <a:close/>
                </a:path>
              </a:pathLst>
            </a:custGeom>
            <a:solidFill>
              <a:srgbClr val="EB895E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596187" y="814387"/>
              <a:ext cx="2333625" cy="1419225"/>
            </a:xfrm>
            <a:custGeom>
              <a:avLst/>
              <a:gdLst/>
              <a:ahLst/>
              <a:cxnLst/>
              <a:rect l="l" t="t" r="r" b="b"/>
              <a:pathLst>
                <a:path w="2333625" h="1419225">
                  <a:moveTo>
                    <a:pt x="0" y="0"/>
                  </a:moveTo>
                  <a:lnTo>
                    <a:pt x="2333624" y="0"/>
                  </a:lnTo>
                  <a:lnTo>
                    <a:pt x="2333624" y="1419224"/>
                  </a:lnTo>
                  <a:lnTo>
                    <a:pt x="0" y="1419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600950" y="819149"/>
              <a:ext cx="2324100" cy="581025"/>
            </a:xfrm>
            <a:custGeom>
              <a:avLst/>
              <a:gdLst/>
              <a:ahLst/>
              <a:cxnLst/>
              <a:rect l="l" t="t" r="r" b="b"/>
              <a:pathLst>
                <a:path w="2324100" h="581025">
                  <a:moveTo>
                    <a:pt x="232409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2324099" y="0"/>
                  </a:lnTo>
                  <a:lnTo>
                    <a:pt x="2324099" y="581024"/>
                  </a:lnTo>
                  <a:close/>
                </a:path>
              </a:pathLst>
            </a:custGeom>
            <a:solidFill>
              <a:srgbClr val="E8CD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049021" y="784256"/>
            <a:ext cx="1447165" cy="591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22555">
              <a:lnSpc>
                <a:spcPts val="2180"/>
              </a:lnSpc>
              <a:spcBef>
                <a:spcPts val="254"/>
              </a:spcBef>
            </a:pP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AVERAGE </a:t>
            </a:r>
            <a:r>
              <a:rPr dirty="0" sz="1900" spc="-35" b="1">
                <a:solidFill>
                  <a:srgbClr val="73361B"/>
                </a:solidFill>
                <a:latin typeface="Times New Roman"/>
                <a:cs typeface="Times New Roman"/>
              </a:rPr>
              <a:t>BIRTHRATE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900937" y="1454150"/>
            <a:ext cx="17240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0">
                <a:solidFill>
                  <a:srgbClr val="73361B"/>
                </a:solidFill>
                <a:latin typeface="Times New Roman"/>
                <a:cs typeface="Times New Roman"/>
              </a:rPr>
              <a:t>13.51K</a:t>
            </a:r>
            <a:endParaRPr sz="4500">
              <a:latin typeface="Times New Roman"/>
              <a:cs typeface="Times New Roman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934574" y="809624"/>
            <a:ext cx="2486025" cy="1428750"/>
            <a:chOff x="9934574" y="809624"/>
            <a:chExt cx="2486025" cy="1428750"/>
          </a:xfrm>
        </p:grpSpPr>
        <p:sp>
          <p:nvSpPr>
            <p:cNvPr id="33" name="object 33" descr=""/>
            <p:cNvSpPr/>
            <p:nvPr/>
          </p:nvSpPr>
          <p:spPr>
            <a:xfrm>
              <a:off x="9934574" y="809624"/>
              <a:ext cx="2486025" cy="1428750"/>
            </a:xfrm>
            <a:custGeom>
              <a:avLst/>
              <a:gdLst/>
              <a:ahLst/>
              <a:cxnLst/>
              <a:rect l="l" t="t" r="r" b="b"/>
              <a:pathLst>
                <a:path w="2486025" h="1428750">
                  <a:moveTo>
                    <a:pt x="2486024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2486024" y="0"/>
                  </a:lnTo>
                  <a:lnTo>
                    <a:pt x="2486024" y="1428749"/>
                  </a:lnTo>
                  <a:close/>
                </a:path>
              </a:pathLst>
            </a:custGeom>
            <a:solidFill>
              <a:srgbClr val="FFFFFF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944098" y="1400174"/>
              <a:ext cx="2466975" cy="828675"/>
            </a:xfrm>
            <a:custGeom>
              <a:avLst/>
              <a:gdLst/>
              <a:ahLst/>
              <a:cxnLst/>
              <a:rect l="l" t="t" r="r" b="b"/>
              <a:pathLst>
                <a:path w="2466975" h="828675">
                  <a:moveTo>
                    <a:pt x="0" y="828674"/>
                  </a:moveTo>
                  <a:lnTo>
                    <a:pt x="2466974" y="828674"/>
                  </a:lnTo>
                  <a:lnTo>
                    <a:pt x="2466974" y="0"/>
                  </a:lnTo>
                  <a:lnTo>
                    <a:pt x="0" y="0"/>
                  </a:lnTo>
                  <a:lnTo>
                    <a:pt x="0" y="828674"/>
                  </a:lnTo>
                  <a:close/>
                </a:path>
              </a:pathLst>
            </a:custGeom>
            <a:solidFill>
              <a:srgbClr val="EB895E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939336" y="814387"/>
              <a:ext cx="2476500" cy="1419225"/>
            </a:xfrm>
            <a:custGeom>
              <a:avLst/>
              <a:gdLst/>
              <a:ahLst/>
              <a:cxnLst/>
              <a:rect l="l" t="t" r="r" b="b"/>
              <a:pathLst>
                <a:path w="2476500" h="1419225">
                  <a:moveTo>
                    <a:pt x="0" y="0"/>
                  </a:moveTo>
                  <a:lnTo>
                    <a:pt x="2476499" y="0"/>
                  </a:lnTo>
                  <a:lnTo>
                    <a:pt x="2476499" y="1419224"/>
                  </a:lnTo>
                  <a:lnTo>
                    <a:pt x="0" y="1419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944099" y="819149"/>
              <a:ext cx="2466975" cy="581025"/>
            </a:xfrm>
            <a:custGeom>
              <a:avLst/>
              <a:gdLst/>
              <a:ahLst/>
              <a:cxnLst/>
              <a:rect l="l" t="t" r="r" b="b"/>
              <a:pathLst>
                <a:path w="2466975" h="581025">
                  <a:moveTo>
                    <a:pt x="246697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2466974" y="0"/>
                  </a:lnTo>
                  <a:lnTo>
                    <a:pt x="2466974" y="581024"/>
                  </a:lnTo>
                  <a:close/>
                </a:path>
              </a:pathLst>
            </a:custGeom>
            <a:solidFill>
              <a:srgbClr val="E8CD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0428038" y="784256"/>
            <a:ext cx="1518285" cy="591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58115">
              <a:lnSpc>
                <a:spcPts val="2180"/>
              </a:lnSpc>
              <a:spcBef>
                <a:spcPts val="254"/>
              </a:spcBef>
            </a:pPr>
            <a:r>
              <a:rPr dirty="0" sz="1900" spc="-10" b="1">
                <a:solidFill>
                  <a:srgbClr val="73361B"/>
                </a:solidFill>
                <a:latin typeface="Times New Roman"/>
                <a:cs typeface="Times New Roman"/>
              </a:rPr>
              <a:t>AVERAGE </a:t>
            </a:r>
            <a:r>
              <a:rPr dirty="0" sz="1900" spc="-40" b="1">
                <a:solidFill>
                  <a:srgbClr val="73361B"/>
                </a:solidFill>
                <a:latin typeface="Times New Roman"/>
                <a:cs typeface="Times New Roman"/>
              </a:rPr>
              <a:t>DEATHRATE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315524" y="1454150"/>
            <a:ext cx="17240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0">
                <a:solidFill>
                  <a:srgbClr val="73361B"/>
                </a:solidFill>
                <a:latin typeface="Times New Roman"/>
                <a:cs typeface="Times New Roman"/>
              </a:rPr>
              <a:t>29.15K</a:t>
            </a:r>
            <a:endParaRPr sz="4500">
              <a:latin typeface="Times New Roman"/>
              <a:cs typeface="Times New Roma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28600" y="2238375"/>
            <a:ext cx="3362325" cy="2428875"/>
            <a:chOff x="228600" y="2238375"/>
            <a:chExt cx="3362325" cy="2428875"/>
          </a:xfrm>
        </p:grpSpPr>
        <p:sp>
          <p:nvSpPr>
            <p:cNvPr id="40" name="object 40" descr=""/>
            <p:cNvSpPr/>
            <p:nvPr/>
          </p:nvSpPr>
          <p:spPr>
            <a:xfrm>
              <a:off x="228587" y="2238374"/>
              <a:ext cx="3362325" cy="2428875"/>
            </a:xfrm>
            <a:custGeom>
              <a:avLst/>
              <a:gdLst/>
              <a:ahLst/>
              <a:cxnLst/>
              <a:rect l="l" t="t" r="r" b="b"/>
              <a:pathLst>
                <a:path w="3362325" h="2428875">
                  <a:moveTo>
                    <a:pt x="3362325" y="257175"/>
                  </a:moveTo>
                  <a:lnTo>
                    <a:pt x="0" y="257175"/>
                  </a:lnTo>
                  <a:lnTo>
                    <a:pt x="0" y="2428875"/>
                  </a:lnTo>
                  <a:lnTo>
                    <a:pt x="3362325" y="2428875"/>
                  </a:lnTo>
                  <a:lnTo>
                    <a:pt x="3362325" y="257175"/>
                  </a:lnTo>
                  <a:close/>
                </a:path>
                <a:path w="3362325" h="2428875">
                  <a:moveTo>
                    <a:pt x="3362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362325" y="9525"/>
                  </a:lnTo>
                  <a:lnTo>
                    <a:pt x="3362325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3362" y="2243137"/>
              <a:ext cx="3352800" cy="2419350"/>
            </a:xfrm>
            <a:custGeom>
              <a:avLst/>
              <a:gdLst/>
              <a:ahLst/>
              <a:cxnLst/>
              <a:rect l="l" t="t" r="r" b="b"/>
              <a:pathLst>
                <a:path w="3352800" h="2419350">
                  <a:moveTo>
                    <a:pt x="0" y="0"/>
                  </a:moveTo>
                  <a:lnTo>
                    <a:pt x="3352799" y="0"/>
                  </a:lnTo>
                  <a:lnTo>
                    <a:pt x="3352799" y="2419349"/>
                  </a:lnTo>
                  <a:lnTo>
                    <a:pt x="0" y="2419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8125" y="2247900"/>
              <a:ext cx="3343275" cy="247650"/>
            </a:xfrm>
            <a:custGeom>
              <a:avLst/>
              <a:gdLst/>
              <a:ahLst/>
              <a:cxnLst/>
              <a:rect l="l" t="t" r="r" b="b"/>
              <a:pathLst>
                <a:path w="3343275" h="247650">
                  <a:moveTo>
                    <a:pt x="3343274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3343274" y="0"/>
                  </a:lnTo>
                  <a:lnTo>
                    <a:pt x="3343274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964803" y="2219388"/>
            <a:ext cx="19088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GDP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SECTOR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TOTALS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75176" y="2757013"/>
            <a:ext cx="1459230" cy="1525905"/>
            <a:chOff x="775176" y="2757013"/>
            <a:chExt cx="1459230" cy="1525905"/>
          </a:xfrm>
        </p:grpSpPr>
        <p:sp>
          <p:nvSpPr>
            <p:cNvPr id="45" name="object 45" descr=""/>
            <p:cNvSpPr/>
            <p:nvPr/>
          </p:nvSpPr>
          <p:spPr>
            <a:xfrm>
              <a:off x="1219578" y="2829249"/>
              <a:ext cx="1014730" cy="1449070"/>
            </a:xfrm>
            <a:custGeom>
              <a:avLst/>
              <a:gdLst/>
              <a:ahLst/>
              <a:cxnLst/>
              <a:rect l="l" t="t" r="r" b="b"/>
              <a:pathLst>
                <a:path w="1014730" h="1449070">
                  <a:moveTo>
                    <a:pt x="293346" y="1449047"/>
                  </a:moveTo>
                  <a:lnTo>
                    <a:pt x="253133" y="1448109"/>
                  </a:lnTo>
                  <a:lnTo>
                    <a:pt x="213033" y="1444940"/>
                  </a:lnTo>
                  <a:lnTo>
                    <a:pt x="173172" y="1439552"/>
                  </a:lnTo>
                  <a:lnTo>
                    <a:pt x="133671" y="1431959"/>
                  </a:lnTo>
                  <a:lnTo>
                    <a:pt x="94652" y="1422185"/>
                  </a:lnTo>
                  <a:lnTo>
                    <a:pt x="56236" y="1410262"/>
                  </a:lnTo>
                  <a:lnTo>
                    <a:pt x="18540" y="1396224"/>
                  </a:lnTo>
                  <a:lnTo>
                    <a:pt x="0" y="1388426"/>
                  </a:lnTo>
                  <a:lnTo>
                    <a:pt x="290133" y="724527"/>
                  </a:lnTo>
                  <a:lnTo>
                    <a:pt x="290133" y="0"/>
                  </a:lnTo>
                  <a:lnTo>
                    <a:pt x="330342" y="1116"/>
                  </a:lnTo>
                  <a:lnTo>
                    <a:pt x="370427" y="4462"/>
                  </a:lnTo>
                  <a:lnTo>
                    <a:pt x="410264" y="10028"/>
                  </a:lnTo>
                  <a:lnTo>
                    <a:pt x="449731" y="17796"/>
                  </a:lnTo>
                  <a:lnTo>
                    <a:pt x="488706" y="27742"/>
                  </a:lnTo>
                  <a:lnTo>
                    <a:pt x="527069" y="39836"/>
                  </a:lnTo>
                  <a:lnTo>
                    <a:pt x="564702" y="54041"/>
                  </a:lnTo>
                  <a:lnTo>
                    <a:pt x="601488" y="70311"/>
                  </a:lnTo>
                  <a:lnTo>
                    <a:pt x="637315" y="88599"/>
                  </a:lnTo>
                  <a:lnTo>
                    <a:pt x="672071" y="108846"/>
                  </a:lnTo>
                  <a:lnTo>
                    <a:pt x="705651" y="130991"/>
                  </a:lnTo>
                  <a:lnTo>
                    <a:pt x="737950" y="154965"/>
                  </a:lnTo>
                  <a:lnTo>
                    <a:pt x="768868" y="180695"/>
                  </a:lnTo>
                  <a:lnTo>
                    <a:pt x="798311" y="208102"/>
                  </a:lnTo>
                  <a:lnTo>
                    <a:pt x="826188" y="237099"/>
                  </a:lnTo>
                  <a:lnTo>
                    <a:pt x="852412" y="267600"/>
                  </a:lnTo>
                  <a:lnTo>
                    <a:pt x="876903" y="299508"/>
                  </a:lnTo>
                  <a:lnTo>
                    <a:pt x="899586" y="332727"/>
                  </a:lnTo>
                  <a:lnTo>
                    <a:pt x="920390" y="367153"/>
                  </a:lnTo>
                  <a:lnTo>
                    <a:pt x="939252" y="402681"/>
                  </a:lnTo>
                  <a:lnTo>
                    <a:pt x="956113" y="439201"/>
                  </a:lnTo>
                  <a:lnTo>
                    <a:pt x="970921" y="476600"/>
                  </a:lnTo>
                  <a:lnTo>
                    <a:pt x="983631" y="514763"/>
                  </a:lnTo>
                  <a:lnTo>
                    <a:pt x="994203" y="553573"/>
                  </a:lnTo>
                  <a:lnTo>
                    <a:pt x="1002606" y="592910"/>
                  </a:lnTo>
                  <a:lnTo>
                    <a:pt x="1008812" y="632653"/>
                  </a:lnTo>
                  <a:lnTo>
                    <a:pt x="1012803" y="672678"/>
                  </a:lnTo>
                  <a:lnTo>
                    <a:pt x="1014567" y="712864"/>
                  </a:lnTo>
                  <a:lnTo>
                    <a:pt x="1014611" y="732978"/>
                  </a:lnTo>
                  <a:lnTo>
                    <a:pt x="1014097" y="753085"/>
                  </a:lnTo>
                  <a:lnTo>
                    <a:pt x="1011397" y="793219"/>
                  </a:lnTo>
                  <a:lnTo>
                    <a:pt x="1006473" y="833140"/>
                  </a:lnTo>
                  <a:lnTo>
                    <a:pt x="999341" y="872727"/>
                  </a:lnTo>
                  <a:lnTo>
                    <a:pt x="990024" y="911857"/>
                  </a:lnTo>
                  <a:lnTo>
                    <a:pt x="978549" y="950410"/>
                  </a:lnTo>
                  <a:lnTo>
                    <a:pt x="964953" y="988267"/>
                  </a:lnTo>
                  <a:lnTo>
                    <a:pt x="949276" y="1025310"/>
                  </a:lnTo>
                  <a:lnTo>
                    <a:pt x="931568" y="1061427"/>
                  </a:lnTo>
                  <a:lnTo>
                    <a:pt x="911883" y="1096505"/>
                  </a:lnTo>
                  <a:lnTo>
                    <a:pt x="890281" y="1130436"/>
                  </a:lnTo>
                  <a:lnTo>
                    <a:pt x="866830" y="1163117"/>
                  </a:lnTo>
                  <a:lnTo>
                    <a:pt x="841601" y="1194446"/>
                  </a:lnTo>
                  <a:lnTo>
                    <a:pt x="814672" y="1224326"/>
                  </a:lnTo>
                  <a:lnTo>
                    <a:pt x="786127" y="1252666"/>
                  </a:lnTo>
                  <a:lnTo>
                    <a:pt x="756052" y="1279378"/>
                  </a:lnTo>
                  <a:lnTo>
                    <a:pt x="724542" y="1304379"/>
                  </a:lnTo>
                  <a:lnTo>
                    <a:pt x="691693" y="1327594"/>
                  </a:lnTo>
                  <a:lnTo>
                    <a:pt x="657606" y="1348950"/>
                  </a:lnTo>
                  <a:lnTo>
                    <a:pt x="622387" y="1368381"/>
                  </a:lnTo>
                  <a:lnTo>
                    <a:pt x="586143" y="1385827"/>
                  </a:lnTo>
                  <a:lnTo>
                    <a:pt x="548987" y="1401236"/>
                  </a:lnTo>
                  <a:lnTo>
                    <a:pt x="511033" y="1414558"/>
                  </a:lnTo>
                  <a:lnTo>
                    <a:pt x="472398" y="1425754"/>
                  </a:lnTo>
                  <a:lnTo>
                    <a:pt x="433202" y="1434788"/>
                  </a:lnTo>
                  <a:lnTo>
                    <a:pt x="393565" y="1441634"/>
                  </a:lnTo>
                  <a:lnTo>
                    <a:pt x="353608" y="1446269"/>
                  </a:lnTo>
                  <a:lnTo>
                    <a:pt x="313456" y="1448679"/>
                  </a:lnTo>
                  <a:lnTo>
                    <a:pt x="293346" y="1449047"/>
                  </a:lnTo>
                  <a:close/>
                </a:path>
              </a:pathLst>
            </a:custGeom>
            <a:solidFill>
              <a:srgbClr val="733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85198" y="3134931"/>
              <a:ext cx="724535" cy="1083310"/>
            </a:xfrm>
            <a:custGeom>
              <a:avLst/>
              <a:gdLst/>
              <a:ahLst/>
              <a:cxnLst/>
              <a:rect l="l" t="t" r="r" b="b"/>
              <a:pathLst>
                <a:path w="724535" h="1083310">
                  <a:moveTo>
                    <a:pt x="434380" y="1082745"/>
                  </a:moveTo>
                  <a:lnTo>
                    <a:pt x="398015" y="1065637"/>
                  </a:lnTo>
                  <a:lnTo>
                    <a:pt x="362655" y="1046539"/>
                  </a:lnTo>
                  <a:lnTo>
                    <a:pt x="328409" y="1025509"/>
                  </a:lnTo>
                  <a:lnTo>
                    <a:pt x="295381" y="1002614"/>
                  </a:lnTo>
                  <a:lnTo>
                    <a:pt x="263673" y="977922"/>
                  </a:lnTo>
                  <a:lnTo>
                    <a:pt x="233384" y="951510"/>
                  </a:lnTo>
                  <a:lnTo>
                    <a:pt x="204605" y="923460"/>
                  </a:lnTo>
                  <a:lnTo>
                    <a:pt x="177426" y="893856"/>
                  </a:lnTo>
                  <a:lnTo>
                    <a:pt x="151930" y="862792"/>
                  </a:lnTo>
                  <a:lnTo>
                    <a:pt x="128196" y="830362"/>
                  </a:lnTo>
                  <a:lnTo>
                    <a:pt x="106296" y="796665"/>
                  </a:lnTo>
                  <a:lnTo>
                    <a:pt x="86298" y="761806"/>
                  </a:lnTo>
                  <a:lnTo>
                    <a:pt x="68264" y="725892"/>
                  </a:lnTo>
                  <a:lnTo>
                    <a:pt x="52249" y="689033"/>
                  </a:lnTo>
                  <a:lnTo>
                    <a:pt x="38303" y="651343"/>
                  </a:lnTo>
                  <a:lnTo>
                    <a:pt x="26467" y="612938"/>
                  </a:lnTo>
                  <a:lnTo>
                    <a:pt x="16779" y="573935"/>
                  </a:lnTo>
                  <a:lnTo>
                    <a:pt x="9269" y="534456"/>
                  </a:lnTo>
                  <a:lnTo>
                    <a:pt x="3959" y="494620"/>
                  </a:lnTo>
                  <a:lnTo>
                    <a:pt x="866" y="454552"/>
                  </a:lnTo>
                  <a:lnTo>
                    <a:pt x="0" y="414373"/>
                  </a:lnTo>
                  <a:lnTo>
                    <a:pt x="402" y="394282"/>
                  </a:lnTo>
                  <a:lnTo>
                    <a:pt x="2878" y="354170"/>
                  </a:lnTo>
                  <a:lnTo>
                    <a:pt x="7574" y="314258"/>
                  </a:lnTo>
                  <a:lnTo>
                    <a:pt x="14476" y="274667"/>
                  </a:lnTo>
                  <a:lnTo>
                    <a:pt x="23562" y="235520"/>
                  </a:lnTo>
                  <a:lnTo>
                    <a:pt x="34805" y="196937"/>
                  </a:lnTo>
                  <a:lnTo>
                    <a:pt x="48170" y="159037"/>
                  </a:lnTo>
                  <a:lnTo>
                    <a:pt x="63616" y="121936"/>
                  </a:lnTo>
                  <a:lnTo>
                    <a:pt x="81095" y="85749"/>
                  </a:lnTo>
                  <a:lnTo>
                    <a:pt x="100554" y="50586"/>
                  </a:lnTo>
                  <a:lnTo>
                    <a:pt x="121932" y="16557"/>
                  </a:lnTo>
                  <a:lnTo>
                    <a:pt x="133321" y="0"/>
                  </a:lnTo>
                  <a:lnTo>
                    <a:pt x="724513" y="418845"/>
                  </a:lnTo>
                  <a:lnTo>
                    <a:pt x="434380" y="108274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18520" y="2829249"/>
              <a:ext cx="591820" cy="724535"/>
            </a:xfrm>
            <a:custGeom>
              <a:avLst/>
              <a:gdLst/>
              <a:ahLst/>
              <a:cxnLst/>
              <a:rect l="l" t="t" r="r" b="b"/>
              <a:pathLst>
                <a:path w="591819" h="724535">
                  <a:moveTo>
                    <a:pt x="591192" y="724527"/>
                  </a:moveTo>
                  <a:lnTo>
                    <a:pt x="0" y="305681"/>
                  </a:lnTo>
                  <a:lnTo>
                    <a:pt x="12758" y="288230"/>
                  </a:lnTo>
                  <a:lnTo>
                    <a:pt x="26020" y="271182"/>
                  </a:lnTo>
                  <a:lnTo>
                    <a:pt x="54052" y="238296"/>
                  </a:lnTo>
                  <a:lnTo>
                    <a:pt x="83993" y="207138"/>
                  </a:lnTo>
                  <a:lnTo>
                    <a:pt x="115740" y="177823"/>
                  </a:lnTo>
                  <a:lnTo>
                    <a:pt x="149176" y="150450"/>
                  </a:lnTo>
                  <a:lnTo>
                    <a:pt x="184187" y="125122"/>
                  </a:lnTo>
                  <a:lnTo>
                    <a:pt x="220643" y="101923"/>
                  </a:lnTo>
                  <a:lnTo>
                    <a:pt x="258419" y="80941"/>
                  </a:lnTo>
                  <a:lnTo>
                    <a:pt x="297378" y="62247"/>
                  </a:lnTo>
                  <a:lnTo>
                    <a:pt x="337383" y="45910"/>
                  </a:lnTo>
                  <a:lnTo>
                    <a:pt x="378290" y="31985"/>
                  </a:lnTo>
                  <a:lnTo>
                    <a:pt x="419954" y="20526"/>
                  </a:lnTo>
                  <a:lnTo>
                    <a:pt x="462228" y="11568"/>
                  </a:lnTo>
                  <a:lnTo>
                    <a:pt x="504960" y="5149"/>
                  </a:lnTo>
                  <a:lnTo>
                    <a:pt x="547999" y="1287"/>
                  </a:lnTo>
                  <a:lnTo>
                    <a:pt x="591192" y="0"/>
                  </a:lnTo>
                  <a:lnTo>
                    <a:pt x="591192" y="724527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79939" y="2761775"/>
              <a:ext cx="1217930" cy="1516380"/>
            </a:xfrm>
            <a:custGeom>
              <a:avLst/>
              <a:gdLst/>
              <a:ahLst/>
              <a:cxnLst/>
              <a:rect l="l" t="t" r="r" b="b"/>
              <a:pathLst>
                <a:path w="1217930" h="1516379">
                  <a:moveTo>
                    <a:pt x="1070332" y="1451951"/>
                  </a:moveTo>
                  <a:lnTo>
                    <a:pt x="1103558" y="1516336"/>
                  </a:lnTo>
                  <a:lnTo>
                    <a:pt x="1217858" y="1516336"/>
                  </a:lnTo>
                </a:path>
                <a:path w="1217930" h="1516379">
                  <a:moveTo>
                    <a:pt x="169008" y="1278887"/>
                  </a:moveTo>
                  <a:lnTo>
                    <a:pt x="114299" y="1326389"/>
                  </a:lnTo>
                  <a:lnTo>
                    <a:pt x="0" y="1326389"/>
                  </a:lnTo>
                </a:path>
                <a:path w="1217930" h="1516379">
                  <a:moveTo>
                    <a:pt x="554254" y="70400"/>
                  </a:moveTo>
                  <a:lnTo>
                    <a:pt x="537131" y="0"/>
                  </a:lnTo>
                  <a:lnTo>
                    <a:pt x="422831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2023197" y="4122538"/>
            <a:ext cx="4540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19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119.036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19"/>
              </a:lnSpc>
            </a:pPr>
            <a:r>
              <a:rPr dirty="0" sz="900" spc="-10">
                <a:latin typeface="Times New Roman"/>
                <a:cs typeface="Times New Roman"/>
              </a:rPr>
              <a:t>(56.56%)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00514" y="3932590"/>
            <a:ext cx="4540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019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59.464</a:t>
            </a:r>
            <a:endParaRPr sz="900">
              <a:latin typeface="Times New Roman"/>
              <a:cs typeface="Times New Roman"/>
            </a:endParaRPr>
          </a:p>
          <a:p>
            <a:pPr algn="r" marR="5080">
              <a:lnSpc>
                <a:spcPts val="1019"/>
              </a:lnSpc>
            </a:pPr>
            <a:r>
              <a:rPr dirty="0" sz="900" spc="-10">
                <a:latin typeface="Times New Roman"/>
                <a:cs typeface="Times New Roman"/>
              </a:rPr>
              <a:t>(28.25%)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723345" y="2606200"/>
            <a:ext cx="4540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019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31.97</a:t>
            </a:r>
            <a:endParaRPr sz="900">
              <a:latin typeface="Times New Roman"/>
              <a:cs typeface="Times New Roman"/>
            </a:endParaRPr>
          </a:p>
          <a:p>
            <a:pPr algn="r" marR="5080">
              <a:lnSpc>
                <a:spcPts val="1019"/>
              </a:lnSpc>
            </a:pPr>
            <a:r>
              <a:rPr dirty="0" sz="900" spc="-10">
                <a:latin typeface="Times New Roman"/>
                <a:cs typeface="Times New Roman"/>
              </a:rPr>
              <a:t>(15.19%)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2743835" y="3268726"/>
            <a:ext cx="95250" cy="581025"/>
            <a:chOff x="2743835" y="3268726"/>
            <a:chExt cx="95250" cy="581025"/>
          </a:xfrm>
        </p:grpSpPr>
        <p:pic>
          <p:nvPicPr>
            <p:cNvPr id="53" name="object 5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3835" y="3268726"/>
              <a:ext cx="95249" cy="9524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3835" y="3506851"/>
              <a:ext cx="95249" cy="9524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835" y="3754501"/>
              <a:ext cx="95249" cy="95249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2845990" y="3127368"/>
            <a:ext cx="61087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Service Industry Agriculture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8515350" y="2238375"/>
            <a:ext cx="3905250" cy="2428875"/>
            <a:chOff x="8515350" y="2238375"/>
            <a:chExt cx="3905250" cy="2428875"/>
          </a:xfrm>
        </p:grpSpPr>
        <p:sp>
          <p:nvSpPr>
            <p:cNvPr id="58" name="object 58" descr=""/>
            <p:cNvSpPr/>
            <p:nvPr/>
          </p:nvSpPr>
          <p:spPr>
            <a:xfrm>
              <a:off x="8515338" y="2238374"/>
              <a:ext cx="3905250" cy="2428875"/>
            </a:xfrm>
            <a:custGeom>
              <a:avLst/>
              <a:gdLst/>
              <a:ahLst/>
              <a:cxnLst/>
              <a:rect l="l" t="t" r="r" b="b"/>
              <a:pathLst>
                <a:path w="3905250" h="2428875">
                  <a:moveTo>
                    <a:pt x="3905250" y="257175"/>
                  </a:moveTo>
                  <a:lnTo>
                    <a:pt x="0" y="257175"/>
                  </a:lnTo>
                  <a:lnTo>
                    <a:pt x="0" y="2428875"/>
                  </a:lnTo>
                  <a:lnTo>
                    <a:pt x="3905250" y="2428875"/>
                  </a:lnTo>
                  <a:lnTo>
                    <a:pt x="3905250" y="257175"/>
                  </a:lnTo>
                  <a:close/>
                </a:path>
                <a:path w="3905250" h="2428875">
                  <a:moveTo>
                    <a:pt x="39052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905250" y="9525"/>
                  </a:lnTo>
                  <a:lnTo>
                    <a:pt x="3905250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520112" y="2243137"/>
              <a:ext cx="3895725" cy="2419350"/>
            </a:xfrm>
            <a:custGeom>
              <a:avLst/>
              <a:gdLst/>
              <a:ahLst/>
              <a:cxnLst/>
              <a:rect l="l" t="t" r="r" b="b"/>
              <a:pathLst>
                <a:path w="3895725" h="2419350">
                  <a:moveTo>
                    <a:pt x="0" y="0"/>
                  </a:moveTo>
                  <a:lnTo>
                    <a:pt x="3895724" y="0"/>
                  </a:lnTo>
                  <a:lnTo>
                    <a:pt x="3895724" y="2419349"/>
                  </a:lnTo>
                  <a:lnTo>
                    <a:pt x="0" y="2419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524875" y="2247900"/>
              <a:ext cx="3886200" cy="247650"/>
            </a:xfrm>
            <a:custGeom>
              <a:avLst/>
              <a:gdLst/>
              <a:ahLst/>
              <a:cxnLst/>
              <a:rect l="l" t="t" r="r" b="b"/>
              <a:pathLst>
                <a:path w="3886200" h="247650">
                  <a:moveTo>
                    <a:pt x="3886199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3886199" y="0"/>
                  </a:lnTo>
                  <a:lnTo>
                    <a:pt x="3886199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9766051" y="2219388"/>
            <a:ext cx="1423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INCOME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LEVEL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9610724" y="2660702"/>
            <a:ext cx="2710180" cy="1786255"/>
            <a:chOff x="9610724" y="2660702"/>
            <a:chExt cx="2710180" cy="1786255"/>
          </a:xfrm>
        </p:grpSpPr>
        <p:sp>
          <p:nvSpPr>
            <p:cNvPr id="63" name="object 63" descr=""/>
            <p:cNvSpPr/>
            <p:nvPr/>
          </p:nvSpPr>
          <p:spPr>
            <a:xfrm>
              <a:off x="9615486" y="2741665"/>
              <a:ext cx="2700655" cy="0"/>
            </a:xfrm>
            <a:custGeom>
              <a:avLst/>
              <a:gdLst/>
              <a:ahLst/>
              <a:cxnLst/>
              <a:rect l="l" t="t" r="r" b="b"/>
              <a:pathLst>
                <a:path w="2700654" h="0">
                  <a:moveTo>
                    <a:pt x="0" y="0"/>
                  </a:moveTo>
                  <a:lnTo>
                    <a:pt x="2700337" y="0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571856" y="4365889"/>
              <a:ext cx="788035" cy="0"/>
            </a:xfrm>
            <a:custGeom>
              <a:avLst/>
              <a:gdLst/>
              <a:ahLst/>
              <a:cxnLst/>
              <a:rect l="l" t="t" r="r" b="b"/>
              <a:pathLst>
                <a:path w="788034" h="0">
                  <a:moveTo>
                    <a:pt x="0" y="0"/>
                  </a:moveTo>
                  <a:lnTo>
                    <a:pt x="787598" y="0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615486" y="2665465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w="0" h="152400">
                  <a:moveTo>
                    <a:pt x="0" y="0"/>
                  </a:moveTo>
                  <a:lnTo>
                    <a:pt x="0" y="152399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571856" y="4289689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w="0" h="152400">
                  <a:moveTo>
                    <a:pt x="0" y="0"/>
                  </a:moveTo>
                  <a:lnTo>
                    <a:pt x="0" y="152399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315824" y="2665465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w="0" h="152400">
                  <a:moveTo>
                    <a:pt x="0" y="0"/>
                  </a:moveTo>
                  <a:lnTo>
                    <a:pt x="0" y="152399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1359454" y="4289689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w="0" h="152400">
                  <a:moveTo>
                    <a:pt x="0" y="0"/>
                  </a:moveTo>
                  <a:lnTo>
                    <a:pt x="0" y="152399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615486" y="2894065"/>
              <a:ext cx="2700655" cy="304800"/>
            </a:xfrm>
            <a:custGeom>
              <a:avLst/>
              <a:gdLst/>
              <a:ahLst/>
              <a:cxnLst/>
              <a:rect l="l" t="t" r="r" b="b"/>
              <a:pathLst>
                <a:path w="2700654" h="304800">
                  <a:moveTo>
                    <a:pt x="2700337" y="304482"/>
                  </a:moveTo>
                  <a:lnTo>
                    <a:pt x="0" y="304482"/>
                  </a:lnTo>
                  <a:lnTo>
                    <a:pt x="0" y="0"/>
                  </a:lnTo>
                  <a:lnTo>
                    <a:pt x="2700337" y="0"/>
                  </a:lnTo>
                  <a:lnTo>
                    <a:pt x="2700337" y="304482"/>
                  </a:lnTo>
                  <a:close/>
                </a:path>
              </a:pathLst>
            </a:custGeom>
            <a:solidFill>
              <a:srgbClr val="360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690496" y="3232379"/>
              <a:ext cx="2550795" cy="304800"/>
            </a:xfrm>
            <a:custGeom>
              <a:avLst/>
              <a:gdLst/>
              <a:ahLst/>
              <a:cxnLst/>
              <a:rect l="l" t="t" r="r" b="b"/>
              <a:pathLst>
                <a:path w="2550795" h="304800">
                  <a:moveTo>
                    <a:pt x="2550318" y="304482"/>
                  </a:moveTo>
                  <a:lnTo>
                    <a:pt x="0" y="304482"/>
                  </a:lnTo>
                  <a:lnTo>
                    <a:pt x="0" y="0"/>
                  </a:lnTo>
                  <a:lnTo>
                    <a:pt x="2550318" y="0"/>
                  </a:lnTo>
                  <a:lnTo>
                    <a:pt x="2550318" y="304482"/>
                  </a:lnTo>
                  <a:close/>
                </a:path>
              </a:pathLst>
            </a:custGeom>
            <a:solidFill>
              <a:srgbClr val="733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728000" y="3570692"/>
              <a:ext cx="2475865" cy="304800"/>
            </a:xfrm>
            <a:custGeom>
              <a:avLst/>
              <a:gdLst/>
              <a:ahLst/>
              <a:cxnLst/>
              <a:rect l="l" t="t" r="r" b="b"/>
              <a:pathLst>
                <a:path w="2475865" h="304800">
                  <a:moveTo>
                    <a:pt x="2475309" y="304482"/>
                  </a:moveTo>
                  <a:lnTo>
                    <a:pt x="0" y="304482"/>
                  </a:lnTo>
                  <a:lnTo>
                    <a:pt x="0" y="0"/>
                  </a:lnTo>
                  <a:lnTo>
                    <a:pt x="2475309" y="0"/>
                  </a:lnTo>
                  <a:lnTo>
                    <a:pt x="2475309" y="3044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0807103" y="2495436"/>
            <a:ext cx="3219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Times New Roman"/>
                <a:cs typeface="Times New Roman"/>
              </a:rPr>
              <a:t>100%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0791328" y="4416721"/>
            <a:ext cx="3536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29.2%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8559800" y="2947417"/>
            <a:ext cx="1134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Upper-</a:t>
            </a:r>
            <a:r>
              <a:rPr dirty="0" sz="1000">
                <a:latin typeface="Times New Roman"/>
                <a:cs typeface="Times New Roman"/>
              </a:rPr>
              <a:t>Middle </a:t>
            </a:r>
            <a:r>
              <a:rPr dirty="0" sz="1000" spc="-10">
                <a:latin typeface="Times New Roman"/>
                <a:cs typeface="Times New Roman"/>
              </a:rPr>
              <a:t>Inco…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8559800" y="3285731"/>
            <a:ext cx="11480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Lower-</a:t>
            </a:r>
            <a:r>
              <a:rPr dirty="0" sz="1000">
                <a:latin typeface="Times New Roman"/>
                <a:cs typeface="Times New Roman"/>
              </a:rPr>
              <a:t>Middle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Inco…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8559800" y="3624045"/>
            <a:ext cx="692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High</a:t>
            </a:r>
            <a:r>
              <a:rPr dirty="0" sz="1000" spc="-10">
                <a:latin typeface="Times New Roman"/>
                <a:cs typeface="Times New Roman"/>
              </a:rPr>
              <a:t> Income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8559800" y="3962358"/>
            <a:ext cx="6711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Low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Income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0889406" y="2947327"/>
            <a:ext cx="152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Times New Roman"/>
                <a:cs typeface="Times New Roman"/>
              </a:rPr>
              <a:t>72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0902106" y="3285641"/>
            <a:ext cx="1397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Times New Roman"/>
                <a:cs typeface="Times New Roman"/>
              </a:rPr>
              <a:t>68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0902106" y="3623955"/>
            <a:ext cx="1397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Times New Roman"/>
                <a:cs typeface="Times New Roman"/>
              </a:rPr>
              <a:t>66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0571856" y="3909006"/>
            <a:ext cx="788035" cy="304800"/>
          </a:xfrm>
          <a:prstGeom prst="rect">
            <a:avLst/>
          </a:prstGeom>
          <a:solidFill>
            <a:srgbClr val="666666"/>
          </a:solidFill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000" spc="-25">
                <a:solidFill>
                  <a:srgbClr val="FFFFFF"/>
                </a:solidFill>
                <a:latin typeface="Times New Roman"/>
                <a:cs typeface="Times New Roman"/>
              </a:rPr>
              <a:t>21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3590925" y="2238375"/>
            <a:ext cx="4924425" cy="2428875"/>
            <a:chOff x="3590925" y="2238375"/>
            <a:chExt cx="4924425" cy="2428875"/>
          </a:xfrm>
        </p:grpSpPr>
        <p:sp>
          <p:nvSpPr>
            <p:cNvPr id="83" name="object 83" descr=""/>
            <p:cNvSpPr/>
            <p:nvPr/>
          </p:nvSpPr>
          <p:spPr>
            <a:xfrm>
              <a:off x="3590912" y="2238374"/>
              <a:ext cx="4924425" cy="2428875"/>
            </a:xfrm>
            <a:custGeom>
              <a:avLst/>
              <a:gdLst/>
              <a:ahLst/>
              <a:cxnLst/>
              <a:rect l="l" t="t" r="r" b="b"/>
              <a:pathLst>
                <a:path w="4924425" h="2428875">
                  <a:moveTo>
                    <a:pt x="4924425" y="257175"/>
                  </a:moveTo>
                  <a:lnTo>
                    <a:pt x="0" y="257175"/>
                  </a:lnTo>
                  <a:lnTo>
                    <a:pt x="0" y="2428875"/>
                  </a:lnTo>
                  <a:lnTo>
                    <a:pt x="4924425" y="2428875"/>
                  </a:lnTo>
                  <a:lnTo>
                    <a:pt x="4924425" y="257175"/>
                  </a:lnTo>
                  <a:close/>
                </a:path>
                <a:path w="4924425" h="2428875">
                  <a:moveTo>
                    <a:pt x="49244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24425" y="9525"/>
                  </a:lnTo>
                  <a:lnTo>
                    <a:pt x="4924425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595687" y="2243137"/>
              <a:ext cx="4914900" cy="2419350"/>
            </a:xfrm>
            <a:custGeom>
              <a:avLst/>
              <a:gdLst/>
              <a:ahLst/>
              <a:cxnLst/>
              <a:rect l="l" t="t" r="r" b="b"/>
              <a:pathLst>
                <a:path w="4914900" h="2419350">
                  <a:moveTo>
                    <a:pt x="0" y="0"/>
                  </a:moveTo>
                  <a:lnTo>
                    <a:pt x="4914899" y="0"/>
                  </a:lnTo>
                  <a:lnTo>
                    <a:pt x="4914899" y="2419349"/>
                  </a:lnTo>
                  <a:lnTo>
                    <a:pt x="0" y="2419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600450" y="2247900"/>
              <a:ext cx="4905375" cy="247650"/>
            </a:xfrm>
            <a:custGeom>
              <a:avLst/>
              <a:gdLst/>
              <a:ahLst/>
              <a:cxnLst/>
              <a:rect l="l" t="t" r="r" b="b"/>
              <a:pathLst>
                <a:path w="4905375" h="247650">
                  <a:moveTo>
                    <a:pt x="4905374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4905374" y="0"/>
                  </a:lnTo>
                  <a:lnTo>
                    <a:pt x="4905374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3021012" y="1198720"/>
            <a:ext cx="4835525" cy="1259840"/>
          </a:xfrm>
          <a:prstGeom prst="rect">
            <a:avLst/>
          </a:prstGeom>
        </p:spPr>
        <p:txBody>
          <a:bodyPr wrap="square" lIns="0" tIns="267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10"/>
              </a:spcBef>
              <a:tabLst>
                <a:tab pos="2611120" algn="l"/>
              </a:tabLst>
            </a:pPr>
            <a:r>
              <a:rPr dirty="0" sz="4500" spc="-10">
                <a:solidFill>
                  <a:srgbClr val="73361B"/>
                </a:solidFill>
                <a:latin typeface="Times New Roman"/>
                <a:cs typeface="Times New Roman"/>
              </a:rPr>
              <a:t>573.80</a:t>
            </a:r>
            <a:r>
              <a:rPr dirty="0" sz="4500">
                <a:solidFill>
                  <a:srgbClr val="73361B"/>
                </a:solidFill>
                <a:latin typeface="Times New Roman"/>
                <a:cs typeface="Times New Roman"/>
              </a:rPr>
              <a:t>	</a:t>
            </a:r>
            <a:r>
              <a:rPr dirty="0" sz="4500" spc="-10">
                <a:solidFill>
                  <a:srgbClr val="73361B"/>
                </a:solidFill>
                <a:latin typeface="Times New Roman"/>
                <a:cs typeface="Times New Roman"/>
              </a:rPr>
              <a:t>9.72K</a:t>
            </a:r>
            <a:endParaRPr sz="4500">
              <a:latin typeface="Times New Roman"/>
              <a:cs typeface="Times New Roman"/>
            </a:endParaRPr>
          </a:p>
          <a:p>
            <a:pPr marL="1260475">
              <a:lnSpc>
                <a:spcPct val="100000"/>
              </a:lnSpc>
              <a:spcBef>
                <a:spcPts val="625"/>
              </a:spcBef>
            </a:pPr>
            <a:r>
              <a:rPr dirty="0" sz="1400" b="1">
                <a:latin typeface="Times New Roman"/>
                <a:cs typeface="Times New Roman"/>
              </a:rPr>
              <a:t>SUM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0" b="1">
                <a:latin typeface="Times New Roman"/>
                <a:cs typeface="Times New Roman"/>
              </a:rPr>
              <a:t> GDP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by</a:t>
            </a:r>
            <a:r>
              <a:rPr dirty="0" sz="1400" spc="-10" b="1">
                <a:latin typeface="Times New Roman"/>
                <a:cs typeface="Times New Roman"/>
              </a:rPr>
              <a:t> LITERACY</a:t>
            </a:r>
            <a:r>
              <a:rPr dirty="0" sz="1400" spc="-1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10" b="1">
                <a:latin typeface="Times New Roman"/>
                <a:cs typeface="Times New Roman"/>
              </a:rPr>
              <a:t> COUNTRY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4241470" y="3204844"/>
            <a:ext cx="4200525" cy="723265"/>
          </a:xfrm>
          <a:custGeom>
            <a:avLst/>
            <a:gdLst/>
            <a:ahLst/>
            <a:cxnLst/>
            <a:rect l="l" t="t" r="r" b="b"/>
            <a:pathLst>
              <a:path w="4200525" h="723264">
                <a:moveTo>
                  <a:pt x="9525" y="717194"/>
                </a:moveTo>
                <a:lnTo>
                  <a:pt x="9067" y="716076"/>
                </a:lnTo>
                <a:lnTo>
                  <a:pt x="7200" y="714209"/>
                </a:lnTo>
                <a:lnTo>
                  <a:pt x="6083" y="713740"/>
                </a:lnTo>
                <a:lnTo>
                  <a:pt x="3454" y="713740"/>
                </a:lnTo>
                <a:lnTo>
                  <a:pt x="2336" y="714209"/>
                </a:lnTo>
                <a:lnTo>
                  <a:pt x="469" y="716076"/>
                </a:lnTo>
                <a:lnTo>
                  <a:pt x="0" y="717194"/>
                </a:lnTo>
                <a:lnTo>
                  <a:pt x="0" y="719823"/>
                </a:lnTo>
                <a:lnTo>
                  <a:pt x="469" y="720940"/>
                </a:lnTo>
                <a:lnTo>
                  <a:pt x="2336" y="722807"/>
                </a:lnTo>
                <a:lnTo>
                  <a:pt x="3454" y="723265"/>
                </a:lnTo>
                <a:lnTo>
                  <a:pt x="6083" y="723265"/>
                </a:lnTo>
                <a:lnTo>
                  <a:pt x="7200" y="722807"/>
                </a:lnTo>
                <a:lnTo>
                  <a:pt x="9067" y="720940"/>
                </a:lnTo>
                <a:lnTo>
                  <a:pt x="9525" y="719823"/>
                </a:lnTo>
                <a:lnTo>
                  <a:pt x="9525" y="717194"/>
                </a:lnTo>
                <a:close/>
              </a:path>
              <a:path w="4200525" h="723264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200525" h="723264">
                <a:moveTo>
                  <a:pt x="57150" y="717194"/>
                </a:moveTo>
                <a:lnTo>
                  <a:pt x="56692" y="716076"/>
                </a:lnTo>
                <a:lnTo>
                  <a:pt x="54825" y="714209"/>
                </a:lnTo>
                <a:lnTo>
                  <a:pt x="53708" y="713740"/>
                </a:lnTo>
                <a:lnTo>
                  <a:pt x="51079" y="713740"/>
                </a:lnTo>
                <a:lnTo>
                  <a:pt x="49961" y="714209"/>
                </a:lnTo>
                <a:lnTo>
                  <a:pt x="48094" y="716076"/>
                </a:lnTo>
                <a:lnTo>
                  <a:pt x="47625" y="717194"/>
                </a:lnTo>
                <a:lnTo>
                  <a:pt x="47625" y="719823"/>
                </a:lnTo>
                <a:lnTo>
                  <a:pt x="48094" y="720940"/>
                </a:lnTo>
                <a:lnTo>
                  <a:pt x="49961" y="722807"/>
                </a:lnTo>
                <a:lnTo>
                  <a:pt x="51079" y="723265"/>
                </a:lnTo>
                <a:lnTo>
                  <a:pt x="53708" y="723265"/>
                </a:lnTo>
                <a:lnTo>
                  <a:pt x="54825" y="722807"/>
                </a:lnTo>
                <a:lnTo>
                  <a:pt x="56692" y="720940"/>
                </a:lnTo>
                <a:lnTo>
                  <a:pt x="57150" y="719823"/>
                </a:lnTo>
                <a:lnTo>
                  <a:pt x="57150" y="717194"/>
                </a:lnTo>
                <a:close/>
              </a:path>
              <a:path w="4200525" h="723264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200525" h="723264">
                <a:moveTo>
                  <a:pt x="104775" y="717194"/>
                </a:moveTo>
                <a:lnTo>
                  <a:pt x="104317" y="716076"/>
                </a:lnTo>
                <a:lnTo>
                  <a:pt x="102450" y="714209"/>
                </a:lnTo>
                <a:lnTo>
                  <a:pt x="101333" y="713740"/>
                </a:lnTo>
                <a:lnTo>
                  <a:pt x="98704" y="713740"/>
                </a:lnTo>
                <a:lnTo>
                  <a:pt x="97586" y="714209"/>
                </a:lnTo>
                <a:lnTo>
                  <a:pt x="95719" y="716076"/>
                </a:lnTo>
                <a:lnTo>
                  <a:pt x="95250" y="717194"/>
                </a:lnTo>
                <a:lnTo>
                  <a:pt x="95250" y="719823"/>
                </a:lnTo>
                <a:lnTo>
                  <a:pt x="95719" y="720940"/>
                </a:lnTo>
                <a:lnTo>
                  <a:pt x="97586" y="722807"/>
                </a:lnTo>
                <a:lnTo>
                  <a:pt x="98704" y="723265"/>
                </a:lnTo>
                <a:lnTo>
                  <a:pt x="101333" y="723265"/>
                </a:lnTo>
                <a:lnTo>
                  <a:pt x="102450" y="722807"/>
                </a:lnTo>
                <a:lnTo>
                  <a:pt x="104317" y="720940"/>
                </a:lnTo>
                <a:lnTo>
                  <a:pt x="104775" y="719823"/>
                </a:lnTo>
                <a:lnTo>
                  <a:pt x="104775" y="717194"/>
                </a:lnTo>
                <a:close/>
              </a:path>
              <a:path w="4200525" h="723264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200525" h="723264">
                <a:moveTo>
                  <a:pt x="152400" y="717194"/>
                </a:moveTo>
                <a:lnTo>
                  <a:pt x="151942" y="716076"/>
                </a:lnTo>
                <a:lnTo>
                  <a:pt x="150075" y="714209"/>
                </a:lnTo>
                <a:lnTo>
                  <a:pt x="148958" y="713740"/>
                </a:lnTo>
                <a:lnTo>
                  <a:pt x="146329" y="713740"/>
                </a:lnTo>
                <a:lnTo>
                  <a:pt x="145211" y="714209"/>
                </a:lnTo>
                <a:lnTo>
                  <a:pt x="143344" y="716076"/>
                </a:lnTo>
                <a:lnTo>
                  <a:pt x="142875" y="717194"/>
                </a:lnTo>
                <a:lnTo>
                  <a:pt x="142875" y="719823"/>
                </a:lnTo>
                <a:lnTo>
                  <a:pt x="143344" y="720940"/>
                </a:lnTo>
                <a:lnTo>
                  <a:pt x="145211" y="722807"/>
                </a:lnTo>
                <a:lnTo>
                  <a:pt x="146329" y="723265"/>
                </a:lnTo>
                <a:lnTo>
                  <a:pt x="148958" y="723265"/>
                </a:lnTo>
                <a:lnTo>
                  <a:pt x="150075" y="722807"/>
                </a:lnTo>
                <a:lnTo>
                  <a:pt x="151942" y="720940"/>
                </a:lnTo>
                <a:lnTo>
                  <a:pt x="152400" y="719823"/>
                </a:lnTo>
                <a:lnTo>
                  <a:pt x="152400" y="717194"/>
                </a:lnTo>
                <a:close/>
              </a:path>
              <a:path w="4200525" h="723264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200525" h="723264">
                <a:moveTo>
                  <a:pt x="200025" y="717194"/>
                </a:moveTo>
                <a:lnTo>
                  <a:pt x="199567" y="716076"/>
                </a:lnTo>
                <a:lnTo>
                  <a:pt x="197700" y="714209"/>
                </a:lnTo>
                <a:lnTo>
                  <a:pt x="196583" y="713740"/>
                </a:lnTo>
                <a:lnTo>
                  <a:pt x="193954" y="713740"/>
                </a:lnTo>
                <a:lnTo>
                  <a:pt x="192836" y="714209"/>
                </a:lnTo>
                <a:lnTo>
                  <a:pt x="190969" y="716076"/>
                </a:lnTo>
                <a:lnTo>
                  <a:pt x="190500" y="717194"/>
                </a:lnTo>
                <a:lnTo>
                  <a:pt x="190500" y="719823"/>
                </a:lnTo>
                <a:lnTo>
                  <a:pt x="190969" y="720940"/>
                </a:lnTo>
                <a:lnTo>
                  <a:pt x="192836" y="722807"/>
                </a:lnTo>
                <a:lnTo>
                  <a:pt x="193954" y="723265"/>
                </a:lnTo>
                <a:lnTo>
                  <a:pt x="196583" y="723265"/>
                </a:lnTo>
                <a:lnTo>
                  <a:pt x="197700" y="722807"/>
                </a:lnTo>
                <a:lnTo>
                  <a:pt x="199567" y="720940"/>
                </a:lnTo>
                <a:lnTo>
                  <a:pt x="200025" y="719823"/>
                </a:lnTo>
                <a:lnTo>
                  <a:pt x="200025" y="717194"/>
                </a:lnTo>
                <a:close/>
              </a:path>
              <a:path w="4200525" h="723264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200525" h="723264">
                <a:moveTo>
                  <a:pt x="247650" y="717194"/>
                </a:moveTo>
                <a:lnTo>
                  <a:pt x="247192" y="716076"/>
                </a:lnTo>
                <a:lnTo>
                  <a:pt x="245325" y="714209"/>
                </a:lnTo>
                <a:lnTo>
                  <a:pt x="244208" y="713740"/>
                </a:lnTo>
                <a:lnTo>
                  <a:pt x="241579" y="713740"/>
                </a:lnTo>
                <a:lnTo>
                  <a:pt x="240461" y="714209"/>
                </a:lnTo>
                <a:lnTo>
                  <a:pt x="238594" y="716076"/>
                </a:lnTo>
                <a:lnTo>
                  <a:pt x="238125" y="717194"/>
                </a:lnTo>
                <a:lnTo>
                  <a:pt x="238125" y="719823"/>
                </a:lnTo>
                <a:lnTo>
                  <a:pt x="238594" y="720940"/>
                </a:lnTo>
                <a:lnTo>
                  <a:pt x="240461" y="722807"/>
                </a:lnTo>
                <a:lnTo>
                  <a:pt x="241579" y="723265"/>
                </a:lnTo>
                <a:lnTo>
                  <a:pt x="244208" y="723265"/>
                </a:lnTo>
                <a:lnTo>
                  <a:pt x="245325" y="722807"/>
                </a:lnTo>
                <a:lnTo>
                  <a:pt x="247192" y="720940"/>
                </a:lnTo>
                <a:lnTo>
                  <a:pt x="247650" y="719823"/>
                </a:lnTo>
                <a:lnTo>
                  <a:pt x="247650" y="717194"/>
                </a:lnTo>
                <a:close/>
              </a:path>
              <a:path w="4200525" h="723264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200525" h="723264">
                <a:moveTo>
                  <a:pt x="295275" y="717194"/>
                </a:moveTo>
                <a:lnTo>
                  <a:pt x="294817" y="716076"/>
                </a:lnTo>
                <a:lnTo>
                  <a:pt x="292950" y="714209"/>
                </a:lnTo>
                <a:lnTo>
                  <a:pt x="291833" y="713740"/>
                </a:lnTo>
                <a:lnTo>
                  <a:pt x="289204" y="713740"/>
                </a:lnTo>
                <a:lnTo>
                  <a:pt x="288086" y="714209"/>
                </a:lnTo>
                <a:lnTo>
                  <a:pt x="286219" y="716076"/>
                </a:lnTo>
                <a:lnTo>
                  <a:pt x="285750" y="717194"/>
                </a:lnTo>
                <a:lnTo>
                  <a:pt x="285750" y="719823"/>
                </a:lnTo>
                <a:lnTo>
                  <a:pt x="286219" y="720940"/>
                </a:lnTo>
                <a:lnTo>
                  <a:pt x="288086" y="722807"/>
                </a:lnTo>
                <a:lnTo>
                  <a:pt x="289204" y="723265"/>
                </a:lnTo>
                <a:lnTo>
                  <a:pt x="291833" y="723265"/>
                </a:lnTo>
                <a:lnTo>
                  <a:pt x="292950" y="722807"/>
                </a:lnTo>
                <a:lnTo>
                  <a:pt x="294817" y="720940"/>
                </a:lnTo>
                <a:lnTo>
                  <a:pt x="295275" y="719823"/>
                </a:lnTo>
                <a:lnTo>
                  <a:pt x="295275" y="717194"/>
                </a:lnTo>
                <a:close/>
              </a:path>
              <a:path w="4200525" h="723264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200525" h="723264">
                <a:moveTo>
                  <a:pt x="342900" y="717194"/>
                </a:moveTo>
                <a:lnTo>
                  <a:pt x="342442" y="716076"/>
                </a:lnTo>
                <a:lnTo>
                  <a:pt x="340575" y="714209"/>
                </a:lnTo>
                <a:lnTo>
                  <a:pt x="339458" y="713740"/>
                </a:lnTo>
                <a:lnTo>
                  <a:pt x="336829" y="713740"/>
                </a:lnTo>
                <a:lnTo>
                  <a:pt x="335711" y="714209"/>
                </a:lnTo>
                <a:lnTo>
                  <a:pt x="333844" y="716076"/>
                </a:lnTo>
                <a:lnTo>
                  <a:pt x="333375" y="717194"/>
                </a:lnTo>
                <a:lnTo>
                  <a:pt x="333375" y="719823"/>
                </a:lnTo>
                <a:lnTo>
                  <a:pt x="333844" y="720940"/>
                </a:lnTo>
                <a:lnTo>
                  <a:pt x="335711" y="722807"/>
                </a:lnTo>
                <a:lnTo>
                  <a:pt x="336829" y="723265"/>
                </a:lnTo>
                <a:lnTo>
                  <a:pt x="339458" y="723265"/>
                </a:lnTo>
                <a:lnTo>
                  <a:pt x="340575" y="722807"/>
                </a:lnTo>
                <a:lnTo>
                  <a:pt x="342442" y="720940"/>
                </a:lnTo>
                <a:lnTo>
                  <a:pt x="342900" y="719823"/>
                </a:lnTo>
                <a:lnTo>
                  <a:pt x="342900" y="717194"/>
                </a:lnTo>
                <a:close/>
              </a:path>
              <a:path w="4200525" h="723264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200525" h="723264">
                <a:moveTo>
                  <a:pt x="390525" y="717194"/>
                </a:moveTo>
                <a:lnTo>
                  <a:pt x="390067" y="716076"/>
                </a:lnTo>
                <a:lnTo>
                  <a:pt x="388200" y="714209"/>
                </a:lnTo>
                <a:lnTo>
                  <a:pt x="387083" y="713740"/>
                </a:lnTo>
                <a:lnTo>
                  <a:pt x="384454" y="713740"/>
                </a:lnTo>
                <a:lnTo>
                  <a:pt x="383336" y="714209"/>
                </a:lnTo>
                <a:lnTo>
                  <a:pt x="381469" y="716076"/>
                </a:lnTo>
                <a:lnTo>
                  <a:pt x="381000" y="717194"/>
                </a:lnTo>
                <a:lnTo>
                  <a:pt x="381000" y="719823"/>
                </a:lnTo>
                <a:lnTo>
                  <a:pt x="381469" y="720940"/>
                </a:lnTo>
                <a:lnTo>
                  <a:pt x="383336" y="722807"/>
                </a:lnTo>
                <a:lnTo>
                  <a:pt x="384454" y="723265"/>
                </a:lnTo>
                <a:lnTo>
                  <a:pt x="387083" y="723265"/>
                </a:lnTo>
                <a:lnTo>
                  <a:pt x="388200" y="722807"/>
                </a:lnTo>
                <a:lnTo>
                  <a:pt x="390067" y="720940"/>
                </a:lnTo>
                <a:lnTo>
                  <a:pt x="390525" y="719823"/>
                </a:lnTo>
                <a:lnTo>
                  <a:pt x="390525" y="717194"/>
                </a:lnTo>
                <a:close/>
              </a:path>
              <a:path w="4200525" h="723264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200525" h="723264">
                <a:moveTo>
                  <a:pt x="438150" y="717194"/>
                </a:moveTo>
                <a:lnTo>
                  <a:pt x="437692" y="716076"/>
                </a:lnTo>
                <a:lnTo>
                  <a:pt x="435825" y="714209"/>
                </a:lnTo>
                <a:lnTo>
                  <a:pt x="434708" y="713740"/>
                </a:lnTo>
                <a:lnTo>
                  <a:pt x="432079" y="713740"/>
                </a:lnTo>
                <a:lnTo>
                  <a:pt x="430961" y="714209"/>
                </a:lnTo>
                <a:lnTo>
                  <a:pt x="429094" y="716076"/>
                </a:lnTo>
                <a:lnTo>
                  <a:pt x="428625" y="717194"/>
                </a:lnTo>
                <a:lnTo>
                  <a:pt x="428625" y="719823"/>
                </a:lnTo>
                <a:lnTo>
                  <a:pt x="429094" y="720940"/>
                </a:lnTo>
                <a:lnTo>
                  <a:pt x="430961" y="722807"/>
                </a:lnTo>
                <a:lnTo>
                  <a:pt x="432079" y="723265"/>
                </a:lnTo>
                <a:lnTo>
                  <a:pt x="434708" y="723265"/>
                </a:lnTo>
                <a:lnTo>
                  <a:pt x="435825" y="722807"/>
                </a:lnTo>
                <a:lnTo>
                  <a:pt x="437692" y="720940"/>
                </a:lnTo>
                <a:lnTo>
                  <a:pt x="438150" y="719823"/>
                </a:lnTo>
                <a:lnTo>
                  <a:pt x="438150" y="717194"/>
                </a:lnTo>
                <a:close/>
              </a:path>
              <a:path w="4200525" h="723264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200525" h="723264">
                <a:moveTo>
                  <a:pt x="485775" y="717194"/>
                </a:moveTo>
                <a:lnTo>
                  <a:pt x="485317" y="716076"/>
                </a:lnTo>
                <a:lnTo>
                  <a:pt x="483450" y="714209"/>
                </a:lnTo>
                <a:lnTo>
                  <a:pt x="482333" y="713740"/>
                </a:lnTo>
                <a:lnTo>
                  <a:pt x="479704" y="713740"/>
                </a:lnTo>
                <a:lnTo>
                  <a:pt x="478586" y="714209"/>
                </a:lnTo>
                <a:lnTo>
                  <a:pt x="476719" y="716076"/>
                </a:lnTo>
                <a:lnTo>
                  <a:pt x="476250" y="717194"/>
                </a:lnTo>
                <a:lnTo>
                  <a:pt x="476250" y="719823"/>
                </a:lnTo>
                <a:lnTo>
                  <a:pt x="476719" y="720940"/>
                </a:lnTo>
                <a:lnTo>
                  <a:pt x="478586" y="722807"/>
                </a:lnTo>
                <a:lnTo>
                  <a:pt x="479704" y="723265"/>
                </a:lnTo>
                <a:lnTo>
                  <a:pt x="482333" y="723265"/>
                </a:lnTo>
                <a:lnTo>
                  <a:pt x="483450" y="722807"/>
                </a:lnTo>
                <a:lnTo>
                  <a:pt x="485317" y="720940"/>
                </a:lnTo>
                <a:lnTo>
                  <a:pt x="485775" y="719823"/>
                </a:lnTo>
                <a:lnTo>
                  <a:pt x="485775" y="717194"/>
                </a:lnTo>
                <a:close/>
              </a:path>
              <a:path w="4200525" h="723264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200525" h="723264">
                <a:moveTo>
                  <a:pt x="533400" y="717194"/>
                </a:moveTo>
                <a:lnTo>
                  <a:pt x="532942" y="716076"/>
                </a:lnTo>
                <a:lnTo>
                  <a:pt x="531075" y="714209"/>
                </a:lnTo>
                <a:lnTo>
                  <a:pt x="529958" y="713740"/>
                </a:lnTo>
                <a:lnTo>
                  <a:pt x="527329" y="713740"/>
                </a:lnTo>
                <a:lnTo>
                  <a:pt x="526211" y="714209"/>
                </a:lnTo>
                <a:lnTo>
                  <a:pt x="524344" y="716076"/>
                </a:lnTo>
                <a:lnTo>
                  <a:pt x="523875" y="717194"/>
                </a:lnTo>
                <a:lnTo>
                  <a:pt x="523875" y="719823"/>
                </a:lnTo>
                <a:lnTo>
                  <a:pt x="524344" y="720940"/>
                </a:lnTo>
                <a:lnTo>
                  <a:pt x="526211" y="722807"/>
                </a:lnTo>
                <a:lnTo>
                  <a:pt x="527329" y="723265"/>
                </a:lnTo>
                <a:lnTo>
                  <a:pt x="529958" y="723265"/>
                </a:lnTo>
                <a:lnTo>
                  <a:pt x="531075" y="722807"/>
                </a:lnTo>
                <a:lnTo>
                  <a:pt x="532942" y="720940"/>
                </a:lnTo>
                <a:lnTo>
                  <a:pt x="533400" y="719823"/>
                </a:lnTo>
                <a:lnTo>
                  <a:pt x="533400" y="717194"/>
                </a:lnTo>
                <a:close/>
              </a:path>
              <a:path w="4200525" h="723264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200525" h="723264">
                <a:moveTo>
                  <a:pt x="581025" y="717194"/>
                </a:moveTo>
                <a:lnTo>
                  <a:pt x="580567" y="716076"/>
                </a:lnTo>
                <a:lnTo>
                  <a:pt x="578700" y="714209"/>
                </a:lnTo>
                <a:lnTo>
                  <a:pt x="577583" y="713740"/>
                </a:lnTo>
                <a:lnTo>
                  <a:pt x="574954" y="713740"/>
                </a:lnTo>
                <a:lnTo>
                  <a:pt x="573836" y="714209"/>
                </a:lnTo>
                <a:lnTo>
                  <a:pt x="571969" y="716076"/>
                </a:lnTo>
                <a:lnTo>
                  <a:pt x="571500" y="717194"/>
                </a:lnTo>
                <a:lnTo>
                  <a:pt x="571500" y="719823"/>
                </a:lnTo>
                <a:lnTo>
                  <a:pt x="571969" y="720940"/>
                </a:lnTo>
                <a:lnTo>
                  <a:pt x="573836" y="722807"/>
                </a:lnTo>
                <a:lnTo>
                  <a:pt x="574954" y="723265"/>
                </a:lnTo>
                <a:lnTo>
                  <a:pt x="577583" y="723265"/>
                </a:lnTo>
                <a:lnTo>
                  <a:pt x="578700" y="722807"/>
                </a:lnTo>
                <a:lnTo>
                  <a:pt x="580567" y="720940"/>
                </a:lnTo>
                <a:lnTo>
                  <a:pt x="581025" y="719823"/>
                </a:lnTo>
                <a:lnTo>
                  <a:pt x="581025" y="717194"/>
                </a:lnTo>
                <a:close/>
              </a:path>
              <a:path w="4200525" h="723264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200525" h="723264">
                <a:moveTo>
                  <a:pt x="628650" y="717194"/>
                </a:moveTo>
                <a:lnTo>
                  <a:pt x="628192" y="716076"/>
                </a:lnTo>
                <a:lnTo>
                  <a:pt x="626325" y="714209"/>
                </a:lnTo>
                <a:lnTo>
                  <a:pt x="625208" y="713740"/>
                </a:lnTo>
                <a:lnTo>
                  <a:pt x="622579" y="713740"/>
                </a:lnTo>
                <a:lnTo>
                  <a:pt x="621461" y="714209"/>
                </a:lnTo>
                <a:lnTo>
                  <a:pt x="619594" y="716076"/>
                </a:lnTo>
                <a:lnTo>
                  <a:pt x="619125" y="717194"/>
                </a:lnTo>
                <a:lnTo>
                  <a:pt x="619125" y="719823"/>
                </a:lnTo>
                <a:lnTo>
                  <a:pt x="619594" y="720940"/>
                </a:lnTo>
                <a:lnTo>
                  <a:pt x="621461" y="722807"/>
                </a:lnTo>
                <a:lnTo>
                  <a:pt x="622579" y="723265"/>
                </a:lnTo>
                <a:lnTo>
                  <a:pt x="625208" y="723265"/>
                </a:lnTo>
                <a:lnTo>
                  <a:pt x="626325" y="722807"/>
                </a:lnTo>
                <a:lnTo>
                  <a:pt x="628192" y="720940"/>
                </a:lnTo>
                <a:lnTo>
                  <a:pt x="628650" y="719823"/>
                </a:lnTo>
                <a:lnTo>
                  <a:pt x="628650" y="717194"/>
                </a:lnTo>
                <a:close/>
              </a:path>
              <a:path w="4200525" h="723264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200525" h="723264">
                <a:moveTo>
                  <a:pt x="676275" y="717194"/>
                </a:moveTo>
                <a:lnTo>
                  <a:pt x="675817" y="716076"/>
                </a:lnTo>
                <a:lnTo>
                  <a:pt x="673950" y="714209"/>
                </a:lnTo>
                <a:lnTo>
                  <a:pt x="672833" y="713740"/>
                </a:lnTo>
                <a:lnTo>
                  <a:pt x="670204" y="713740"/>
                </a:lnTo>
                <a:lnTo>
                  <a:pt x="669086" y="714209"/>
                </a:lnTo>
                <a:lnTo>
                  <a:pt x="667219" y="716076"/>
                </a:lnTo>
                <a:lnTo>
                  <a:pt x="666750" y="717194"/>
                </a:lnTo>
                <a:lnTo>
                  <a:pt x="666750" y="719823"/>
                </a:lnTo>
                <a:lnTo>
                  <a:pt x="667219" y="720940"/>
                </a:lnTo>
                <a:lnTo>
                  <a:pt x="669086" y="722807"/>
                </a:lnTo>
                <a:lnTo>
                  <a:pt x="670204" y="723265"/>
                </a:lnTo>
                <a:lnTo>
                  <a:pt x="672833" y="723265"/>
                </a:lnTo>
                <a:lnTo>
                  <a:pt x="673950" y="722807"/>
                </a:lnTo>
                <a:lnTo>
                  <a:pt x="675817" y="720940"/>
                </a:lnTo>
                <a:lnTo>
                  <a:pt x="676275" y="719823"/>
                </a:lnTo>
                <a:lnTo>
                  <a:pt x="676275" y="717194"/>
                </a:lnTo>
                <a:close/>
              </a:path>
              <a:path w="4200525" h="723264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200525" h="723264">
                <a:moveTo>
                  <a:pt x="723900" y="717194"/>
                </a:moveTo>
                <a:lnTo>
                  <a:pt x="723442" y="716076"/>
                </a:lnTo>
                <a:lnTo>
                  <a:pt x="721575" y="714209"/>
                </a:lnTo>
                <a:lnTo>
                  <a:pt x="720458" y="713740"/>
                </a:lnTo>
                <a:lnTo>
                  <a:pt x="717829" y="713740"/>
                </a:lnTo>
                <a:lnTo>
                  <a:pt x="716711" y="714209"/>
                </a:lnTo>
                <a:lnTo>
                  <a:pt x="714844" y="716076"/>
                </a:lnTo>
                <a:lnTo>
                  <a:pt x="714375" y="717194"/>
                </a:lnTo>
                <a:lnTo>
                  <a:pt x="714375" y="719823"/>
                </a:lnTo>
                <a:lnTo>
                  <a:pt x="714844" y="720940"/>
                </a:lnTo>
                <a:lnTo>
                  <a:pt x="716711" y="722807"/>
                </a:lnTo>
                <a:lnTo>
                  <a:pt x="717829" y="723265"/>
                </a:lnTo>
                <a:lnTo>
                  <a:pt x="720458" y="723265"/>
                </a:lnTo>
                <a:lnTo>
                  <a:pt x="721575" y="722807"/>
                </a:lnTo>
                <a:lnTo>
                  <a:pt x="723442" y="720940"/>
                </a:lnTo>
                <a:lnTo>
                  <a:pt x="723900" y="719823"/>
                </a:lnTo>
                <a:lnTo>
                  <a:pt x="723900" y="717194"/>
                </a:lnTo>
                <a:close/>
              </a:path>
              <a:path w="4200525" h="723264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200525" h="723264">
                <a:moveTo>
                  <a:pt x="771525" y="717194"/>
                </a:moveTo>
                <a:lnTo>
                  <a:pt x="771067" y="716076"/>
                </a:lnTo>
                <a:lnTo>
                  <a:pt x="769200" y="714209"/>
                </a:lnTo>
                <a:lnTo>
                  <a:pt x="768083" y="713740"/>
                </a:lnTo>
                <a:lnTo>
                  <a:pt x="765454" y="713740"/>
                </a:lnTo>
                <a:lnTo>
                  <a:pt x="764336" y="714209"/>
                </a:lnTo>
                <a:lnTo>
                  <a:pt x="762469" y="716076"/>
                </a:lnTo>
                <a:lnTo>
                  <a:pt x="762000" y="717194"/>
                </a:lnTo>
                <a:lnTo>
                  <a:pt x="762000" y="719823"/>
                </a:lnTo>
                <a:lnTo>
                  <a:pt x="762469" y="720940"/>
                </a:lnTo>
                <a:lnTo>
                  <a:pt x="764336" y="722807"/>
                </a:lnTo>
                <a:lnTo>
                  <a:pt x="765454" y="723265"/>
                </a:lnTo>
                <a:lnTo>
                  <a:pt x="768083" y="723265"/>
                </a:lnTo>
                <a:lnTo>
                  <a:pt x="769200" y="722807"/>
                </a:lnTo>
                <a:lnTo>
                  <a:pt x="771067" y="720940"/>
                </a:lnTo>
                <a:lnTo>
                  <a:pt x="771525" y="719823"/>
                </a:lnTo>
                <a:lnTo>
                  <a:pt x="771525" y="717194"/>
                </a:lnTo>
                <a:close/>
              </a:path>
              <a:path w="4200525" h="723264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200525" h="723264">
                <a:moveTo>
                  <a:pt x="819150" y="717194"/>
                </a:moveTo>
                <a:lnTo>
                  <a:pt x="818692" y="716076"/>
                </a:lnTo>
                <a:lnTo>
                  <a:pt x="816825" y="714209"/>
                </a:lnTo>
                <a:lnTo>
                  <a:pt x="815708" y="713740"/>
                </a:lnTo>
                <a:lnTo>
                  <a:pt x="813079" y="713740"/>
                </a:lnTo>
                <a:lnTo>
                  <a:pt x="811961" y="714209"/>
                </a:lnTo>
                <a:lnTo>
                  <a:pt x="810094" y="716076"/>
                </a:lnTo>
                <a:lnTo>
                  <a:pt x="809625" y="717194"/>
                </a:lnTo>
                <a:lnTo>
                  <a:pt x="809625" y="719823"/>
                </a:lnTo>
                <a:lnTo>
                  <a:pt x="810094" y="720940"/>
                </a:lnTo>
                <a:lnTo>
                  <a:pt x="811961" y="722807"/>
                </a:lnTo>
                <a:lnTo>
                  <a:pt x="813079" y="723265"/>
                </a:lnTo>
                <a:lnTo>
                  <a:pt x="815708" y="723265"/>
                </a:lnTo>
                <a:lnTo>
                  <a:pt x="816825" y="722807"/>
                </a:lnTo>
                <a:lnTo>
                  <a:pt x="818692" y="720940"/>
                </a:lnTo>
                <a:lnTo>
                  <a:pt x="819150" y="719823"/>
                </a:lnTo>
                <a:lnTo>
                  <a:pt x="819150" y="717194"/>
                </a:lnTo>
                <a:close/>
              </a:path>
              <a:path w="4200525" h="723264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200525" h="723264">
                <a:moveTo>
                  <a:pt x="866775" y="717194"/>
                </a:moveTo>
                <a:lnTo>
                  <a:pt x="866317" y="716076"/>
                </a:lnTo>
                <a:lnTo>
                  <a:pt x="864450" y="714209"/>
                </a:lnTo>
                <a:lnTo>
                  <a:pt x="863333" y="713740"/>
                </a:lnTo>
                <a:lnTo>
                  <a:pt x="860704" y="713740"/>
                </a:lnTo>
                <a:lnTo>
                  <a:pt x="859586" y="714209"/>
                </a:lnTo>
                <a:lnTo>
                  <a:pt x="857719" y="716076"/>
                </a:lnTo>
                <a:lnTo>
                  <a:pt x="857250" y="717194"/>
                </a:lnTo>
                <a:lnTo>
                  <a:pt x="857250" y="719823"/>
                </a:lnTo>
                <a:lnTo>
                  <a:pt x="857719" y="720940"/>
                </a:lnTo>
                <a:lnTo>
                  <a:pt x="859586" y="722807"/>
                </a:lnTo>
                <a:lnTo>
                  <a:pt x="860704" y="723265"/>
                </a:lnTo>
                <a:lnTo>
                  <a:pt x="863333" y="723265"/>
                </a:lnTo>
                <a:lnTo>
                  <a:pt x="864450" y="722807"/>
                </a:lnTo>
                <a:lnTo>
                  <a:pt x="866317" y="720940"/>
                </a:lnTo>
                <a:lnTo>
                  <a:pt x="866775" y="719823"/>
                </a:lnTo>
                <a:lnTo>
                  <a:pt x="866775" y="717194"/>
                </a:lnTo>
                <a:close/>
              </a:path>
              <a:path w="4200525" h="723264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200525" h="723264">
                <a:moveTo>
                  <a:pt x="914400" y="717194"/>
                </a:moveTo>
                <a:lnTo>
                  <a:pt x="913942" y="716076"/>
                </a:lnTo>
                <a:lnTo>
                  <a:pt x="912075" y="714209"/>
                </a:lnTo>
                <a:lnTo>
                  <a:pt x="910958" y="713740"/>
                </a:lnTo>
                <a:lnTo>
                  <a:pt x="908329" y="713740"/>
                </a:lnTo>
                <a:lnTo>
                  <a:pt x="907211" y="714209"/>
                </a:lnTo>
                <a:lnTo>
                  <a:pt x="905344" y="716076"/>
                </a:lnTo>
                <a:lnTo>
                  <a:pt x="904875" y="717194"/>
                </a:lnTo>
                <a:lnTo>
                  <a:pt x="904875" y="719823"/>
                </a:lnTo>
                <a:lnTo>
                  <a:pt x="905344" y="720940"/>
                </a:lnTo>
                <a:lnTo>
                  <a:pt x="907211" y="722807"/>
                </a:lnTo>
                <a:lnTo>
                  <a:pt x="908329" y="723265"/>
                </a:lnTo>
                <a:lnTo>
                  <a:pt x="910958" y="723265"/>
                </a:lnTo>
                <a:lnTo>
                  <a:pt x="912075" y="722807"/>
                </a:lnTo>
                <a:lnTo>
                  <a:pt x="913942" y="720940"/>
                </a:lnTo>
                <a:lnTo>
                  <a:pt x="914400" y="719823"/>
                </a:lnTo>
                <a:lnTo>
                  <a:pt x="914400" y="717194"/>
                </a:lnTo>
                <a:close/>
              </a:path>
              <a:path w="4200525" h="723264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200525" h="723264">
                <a:moveTo>
                  <a:pt x="962025" y="717194"/>
                </a:moveTo>
                <a:lnTo>
                  <a:pt x="961567" y="716076"/>
                </a:lnTo>
                <a:lnTo>
                  <a:pt x="959700" y="714209"/>
                </a:lnTo>
                <a:lnTo>
                  <a:pt x="958583" y="713740"/>
                </a:lnTo>
                <a:lnTo>
                  <a:pt x="955954" y="713740"/>
                </a:lnTo>
                <a:lnTo>
                  <a:pt x="954836" y="714209"/>
                </a:lnTo>
                <a:lnTo>
                  <a:pt x="952969" y="716076"/>
                </a:lnTo>
                <a:lnTo>
                  <a:pt x="952500" y="717194"/>
                </a:lnTo>
                <a:lnTo>
                  <a:pt x="952500" y="719823"/>
                </a:lnTo>
                <a:lnTo>
                  <a:pt x="952969" y="720940"/>
                </a:lnTo>
                <a:lnTo>
                  <a:pt x="954836" y="722807"/>
                </a:lnTo>
                <a:lnTo>
                  <a:pt x="955954" y="723265"/>
                </a:lnTo>
                <a:lnTo>
                  <a:pt x="958583" y="723265"/>
                </a:lnTo>
                <a:lnTo>
                  <a:pt x="959700" y="722807"/>
                </a:lnTo>
                <a:lnTo>
                  <a:pt x="961567" y="720940"/>
                </a:lnTo>
                <a:lnTo>
                  <a:pt x="962025" y="719823"/>
                </a:lnTo>
                <a:lnTo>
                  <a:pt x="962025" y="717194"/>
                </a:lnTo>
                <a:close/>
              </a:path>
              <a:path w="4200525" h="723264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200525" h="723264">
                <a:moveTo>
                  <a:pt x="1009650" y="717194"/>
                </a:moveTo>
                <a:lnTo>
                  <a:pt x="1009192" y="716076"/>
                </a:lnTo>
                <a:lnTo>
                  <a:pt x="1007325" y="714209"/>
                </a:lnTo>
                <a:lnTo>
                  <a:pt x="1006208" y="713740"/>
                </a:lnTo>
                <a:lnTo>
                  <a:pt x="1003579" y="713740"/>
                </a:lnTo>
                <a:lnTo>
                  <a:pt x="1002461" y="714209"/>
                </a:lnTo>
                <a:lnTo>
                  <a:pt x="1000594" y="716076"/>
                </a:lnTo>
                <a:lnTo>
                  <a:pt x="1000125" y="717194"/>
                </a:lnTo>
                <a:lnTo>
                  <a:pt x="1000125" y="719823"/>
                </a:lnTo>
                <a:lnTo>
                  <a:pt x="1000594" y="720940"/>
                </a:lnTo>
                <a:lnTo>
                  <a:pt x="1002461" y="722807"/>
                </a:lnTo>
                <a:lnTo>
                  <a:pt x="1003579" y="723265"/>
                </a:lnTo>
                <a:lnTo>
                  <a:pt x="1006208" y="723265"/>
                </a:lnTo>
                <a:lnTo>
                  <a:pt x="1007325" y="722807"/>
                </a:lnTo>
                <a:lnTo>
                  <a:pt x="1009192" y="720940"/>
                </a:lnTo>
                <a:lnTo>
                  <a:pt x="1009650" y="719823"/>
                </a:lnTo>
                <a:lnTo>
                  <a:pt x="1009650" y="717194"/>
                </a:lnTo>
                <a:close/>
              </a:path>
              <a:path w="4200525" h="723264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200525" h="723264">
                <a:moveTo>
                  <a:pt x="1057275" y="717194"/>
                </a:moveTo>
                <a:lnTo>
                  <a:pt x="1056817" y="716076"/>
                </a:lnTo>
                <a:lnTo>
                  <a:pt x="1054950" y="714209"/>
                </a:lnTo>
                <a:lnTo>
                  <a:pt x="1053833" y="713740"/>
                </a:lnTo>
                <a:lnTo>
                  <a:pt x="1051204" y="713740"/>
                </a:lnTo>
                <a:lnTo>
                  <a:pt x="1050086" y="714209"/>
                </a:lnTo>
                <a:lnTo>
                  <a:pt x="1048219" y="716076"/>
                </a:lnTo>
                <a:lnTo>
                  <a:pt x="1047750" y="717194"/>
                </a:lnTo>
                <a:lnTo>
                  <a:pt x="1047750" y="719823"/>
                </a:lnTo>
                <a:lnTo>
                  <a:pt x="1048219" y="720940"/>
                </a:lnTo>
                <a:lnTo>
                  <a:pt x="1050086" y="722807"/>
                </a:lnTo>
                <a:lnTo>
                  <a:pt x="1051204" y="723265"/>
                </a:lnTo>
                <a:lnTo>
                  <a:pt x="1053833" y="723265"/>
                </a:lnTo>
                <a:lnTo>
                  <a:pt x="1054950" y="722807"/>
                </a:lnTo>
                <a:lnTo>
                  <a:pt x="1056817" y="720940"/>
                </a:lnTo>
                <a:lnTo>
                  <a:pt x="1057275" y="719823"/>
                </a:lnTo>
                <a:lnTo>
                  <a:pt x="1057275" y="717194"/>
                </a:lnTo>
                <a:close/>
              </a:path>
              <a:path w="4200525" h="723264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200525" h="723264">
                <a:moveTo>
                  <a:pt x="1104900" y="717194"/>
                </a:moveTo>
                <a:lnTo>
                  <a:pt x="1104442" y="716076"/>
                </a:lnTo>
                <a:lnTo>
                  <a:pt x="1102575" y="714209"/>
                </a:lnTo>
                <a:lnTo>
                  <a:pt x="1101458" y="713740"/>
                </a:lnTo>
                <a:lnTo>
                  <a:pt x="1098829" y="713740"/>
                </a:lnTo>
                <a:lnTo>
                  <a:pt x="1097711" y="714209"/>
                </a:lnTo>
                <a:lnTo>
                  <a:pt x="1095844" y="716076"/>
                </a:lnTo>
                <a:lnTo>
                  <a:pt x="1095375" y="717194"/>
                </a:lnTo>
                <a:lnTo>
                  <a:pt x="1095375" y="719823"/>
                </a:lnTo>
                <a:lnTo>
                  <a:pt x="1095844" y="720940"/>
                </a:lnTo>
                <a:lnTo>
                  <a:pt x="1097711" y="722807"/>
                </a:lnTo>
                <a:lnTo>
                  <a:pt x="1098829" y="723265"/>
                </a:lnTo>
                <a:lnTo>
                  <a:pt x="1101458" y="723265"/>
                </a:lnTo>
                <a:lnTo>
                  <a:pt x="1102575" y="722807"/>
                </a:lnTo>
                <a:lnTo>
                  <a:pt x="1104442" y="720940"/>
                </a:lnTo>
                <a:lnTo>
                  <a:pt x="1104900" y="719823"/>
                </a:lnTo>
                <a:lnTo>
                  <a:pt x="1104900" y="717194"/>
                </a:lnTo>
                <a:close/>
              </a:path>
              <a:path w="4200525" h="723264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200525" h="723264">
                <a:moveTo>
                  <a:pt x="1152525" y="717194"/>
                </a:moveTo>
                <a:lnTo>
                  <a:pt x="1152067" y="716076"/>
                </a:lnTo>
                <a:lnTo>
                  <a:pt x="1150200" y="714209"/>
                </a:lnTo>
                <a:lnTo>
                  <a:pt x="1149083" y="713740"/>
                </a:lnTo>
                <a:lnTo>
                  <a:pt x="1146454" y="713740"/>
                </a:lnTo>
                <a:lnTo>
                  <a:pt x="1145336" y="714209"/>
                </a:lnTo>
                <a:lnTo>
                  <a:pt x="1143469" y="716076"/>
                </a:lnTo>
                <a:lnTo>
                  <a:pt x="1143000" y="717194"/>
                </a:lnTo>
                <a:lnTo>
                  <a:pt x="1143000" y="719823"/>
                </a:lnTo>
                <a:lnTo>
                  <a:pt x="1143469" y="720940"/>
                </a:lnTo>
                <a:lnTo>
                  <a:pt x="1145336" y="722807"/>
                </a:lnTo>
                <a:lnTo>
                  <a:pt x="1146454" y="723265"/>
                </a:lnTo>
                <a:lnTo>
                  <a:pt x="1149083" y="723265"/>
                </a:lnTo>
                <a:lnTo>
                  <a:pt x="1150200" y="722807"/>
                </a:lnTo>
                <a:lnTo>
                  <a:pt x="1152067" y="720940"/>
                </a:lnTo>
                <a:lnTo>
                  <a:pt x="1152525" y="719823"/>
                </a:lnTo>
                <a:lnTo>
                  <a:pt x="1152525" y="717194"/>
                </a:lnTo>
                <a:close/>
              </a:path>
              <a:path w="4200525" h="723264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200525" h="723264">
                <a:moveTo>
                  <a:pt x="1200150" y="717194"/>
                </a:moveTo>
                <a:lnTo>
                  <a:pt x="1199692" y="716076"/>
                </a:lnTo>
                <a:lnTo>
                  <a:pt x="1197825" y="714209"/>
                </a:lnTo>
                <a:lnTo>
                  <a:pt x="1196708" y="713740"/>
                </a:lnTo>
                <a:lnTo>
                  <a:pt x="1194079" y="713740"/>
                </a:lnTo>
                <a:lnTo>
                  <a:pt x="1192961" y="714209"/>
                </a:lnTo>
                <a:lnTo>
                  <a:pt x="1191094" y="716076"/>
                </a:lnTo>
                <a:lnTo>
                  <a:pt x="1190625" y="717194"/>
                </a:lnTo>
                <a:lnTo>
                  <a:pt x="1190625" y="719823"/>
                </a:lnTo>
                <a:lnTo>
                  <a:pt x="1191094" y="720940"/>
                </a:lnTo>
                <a:lnTo>
                  <a:pt x="1192961" y="722807"/>
                </a:lnTo>
                <a:lnTo>
                  <a:pt x="1194079" y="723265"/>
                </a:lnTo>
                <a:lnTo>
                  <a:pt x="1196708" y="723265"/>
                </a:lnTo>
                <a:lnTo>
                  <a:pt x="1197825" y="722807"/>
                </a:lnTo>
                <a:lnTo>
                  <a:pt x="1199692" y="720940"/>
                </a:lnTo>
                <a:lnTo>
                  <a:pt x="1200150" y="719823"/>
                </a:lnTo>
                <a:lnTo>
                  <a:pt x="1200150" y="717194"/>
                </a:lnTo>
                <a:close/>
              </a:path>
              <a:path w="4200525" h="723264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200525" h="723264">
                <a:moveTo>
                  <a:pt x="1247775" y="717194"/>
                </a:moveTo>
                <a:lnTo>
                  <a:pt x="1247317" y="716076"/>
                </a:lnTo>
                <a:lnTo>
                  <a:pt x="1245450" y="714209"/>
                </a:lnTo>
                <a:lnTo>
                  <a:pt x="1244333" y="713740"/>
                </a:lnTo>
                <a:lnTo>
                  <a:pt x="1241704" y="713740"/>
                </a:lnTo>
                <a:lnTo>
                  <a:pt x="1240586" y="714209"/>
                </a:lnTo>
                <a:lnTo>
                  <a:pt x="1238719" y="716076"/>
                </a:lnTo>
                <a:lnTo>
                  <a:pt x="1238250" y="717194"/>
                </a:lnTo>
                <a:lnTo>
                  <a:pt x="1238250" y="719823"/>
                </a:lnTo>
                <a:lnTo>
                  <a:pt x="1238719" y="720940"/>
                </a:lnTo>
                <a:lnTo>
                  <a:pt x="1240586" y="722807"/>
                </a:lnTo>
                <a:lnTo>
                  <a:pt x="1241704" y="723265"/>
                </a:lnTo>
                <a:lnTo>
                  <a:pt x="1244333" y="723265"/>
                </a:lnTo>
                <a:lnTo>
                  <a:pt x="1245450" y="722807"/>
                </a:lnTo>
                <a:lnTo>
                  <a:pt x="1247317" y="720940"/>
                </a:lnTo>
                <a:lnTo>
                  <a:pt x="1247775" y="719823"/>
                </a:lnTo>
                <a:lnTo>
                  <a:pt x="1247775" y="717194"/>
                </a:lnTo>
                <a:close/>
              </a:path>
              <a:path w="4200525" h="723264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200525" h="723264">
                <a:moveTo>
                  <a:pt x="1295400" y="717194"/>
                </a:moveTo>
                <a:lnTo>
                  <a:pt x="1294942" y="716076"/>
                </a:lnTo>
                <a:lnTo>
                  <a:pt x="1293075" y="714209"/>
                </a:lnTo>
                <a:lnTo>
                  <a:pt x="1291958" y="713740"/>
                </a:lnTo>
                <a:lnTo>
                  <a:pt x="1289329" y="713740"/>
                </a:lnTo>
                <a:lnTo>
                  <a:pt x="1288211" y="714209"/>
                </a:lnTo>
                <a:lnTo>
                  <a:pt x="1286344" y="716076"/>
                </a:lnTo>
                <a:lnTo>
                  <a:pt x="1285875" y="717194"/>
                </a:lnTo>
                <a:lnTo>
                  <a:pt x="1285875" y="719823"/>
                </a:lnTo>
                <a:lnTo>
                  <a:pt x="1286344" y="720940"/>
                </a:lnTo>
                <a:lnTo>
                  <a:pt x="1288211" y="722807"/>
                </a:lnTo>
                <a:lnTo>
                  <a:pt x="1289329" y="723265"/>
                </a:lnTo>
                <a:lnTo>
                  <a:pt x="1291958" y="723265"/>
                </a:lnTo>
                <a:lnTo>
                  <a:pt x="1293075" y="722807"/>
                </a:lnTo>
                <a:lnTo>
                  <a:pt x="1294942" y="720940"/>
                </a:lnTo>
                <a:lnTo>
                  <a:pt x="1295400" y="719823"/>
                </a:lnTo>
                <a:lnTo>
                  <a:pt x="1295400" y="717194"/>
                </a:lnTo>
                <a:close/>
              </a:path>
              <a:path w="4200525" h="723264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200525" h="723264">
                <a:moveTo>
                  <a:pt x="1343025" y="717194"/>
                </a:moveTo>
                <a:lnTo>
                  <a:pt x="1342567" y="716076"/>
                </a:lnTo>
                <a:lnTo>
                  <a:pt x="1340700" y="714209"/>
                </a:lnTo>
                <a:lnTo>
                  <a:pt x="1339583" y="713740"/>
                </a:lnTo>
                <a:lnTo>
                  <a:pt x="1336954" y="713740"/>
                </a:lnTo>
                <a:lnTo>
                  <a:pt x="1335836" y="714209"/>
                </a:lnTo>
                <a:lnTo>
                  <a:pt x="1333969" y="716076"/>
                </a:lnTo>
                <a:lnTo>
                  <a:pt x="1333500" y="717194"/>
                </a:lnTo>
                <a:lnTo>
                  <a:pt x="1333500" y="719823"/>
                </a:lnTo>
                <a:lnTo>
                  <a:pt x="1333969" y="720940"/>
                </a:lnTo>
                <a:lnTo>
                  <a:pt x="1335836" y="722807"/>
                </a:lnTo>
                <a:lnTo>
                  <a:pt x="1336954" y="723265"/>
                </a:lnTo>
                <a:lnTo>
                  <a:pt x="1339583" y="723265"/>
                </a:lnTo>
                <a:lnTo>
                  <a:pt x="1340700" y="722807"/>
                </a:lnTo>
                <a:lnTo>
                  <a:pt x="1342567" y="720940"/>
                </a:lnTo>
                <a:lnTo>
                  <a:pt x="1343025" y="719823"/>
                </a:lnTo>
                <a:lnTo>
                  <a:pt x="1343025" y="717194"/>
                </a:lnTo>
                <a:close/>
              </a:path>
              <a:path w="4200525" h="723264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200525" h="723264">
                <a:moveTo>
                  <a:pt x="1390650" y="717194"/>
                </a:moveTo>
                <a:lnTo>
                  <a:pt x="1390192" y="716076"/>
                </a:lnTo>
                <a:lnTo>
                  <a:pt x="1388325" y="714209"/>
                </a:lnTo>
                <a:lnTo>
                  <a:pt x="1387208" y="713740"/>
                </a:lnTo>
                <a:lnTo>
                  <a:pt x="1384579" y="713740"/>
                </a:lnTo>
                <a:lnTo>
                  <a:pt x="1383461" y="714209"/>
                </a:lnTo>
                <a:lnTo>
                  <a:pt x="1381594" y="716076"/>
                </a:lnTo>
                <a:lnTo>
                  <a:pt x="1381125" y="717194"/>
                </a:lnTo>
                <a:lnTo>
                  <a:pt x="1381125" y="719823"/>
                </a:lnTo>
                <a:lnTo>
                  <a:pt x="1381594" y="720940"/>
                </a:lnTo>
                <a:lnTo>
                  <a:pt x="1383461" y="722807"/>
                </a:lnTo>
                <a:lnTo>
                  <a:pt x="1384579" y="723265"/>
                </a:lnTo>
                <a:lnTo>
                  <a:pt x="1387208" y="723265"/>
                </a:lnTo>
                <a:lnTo>
                  <a:pt x="1388325" y="722807"/>
                </a:lnTo>
                <a:lnTo>
                  <a:pt x="1390192" y="720940"/>
                </a:lnTo>
                <a:lnTo>
                  <a:pt x="1390650" y="719823"/>
                </a:lnTo>
                <a:lnTo>
                  <a:pt x="1390650" y="717194"/>
                </a:lnTo>
                <a:close/>
              </a:path>
              <a:path w="4200525" h="723264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200525" h="723264">
                <a:moveTo>
                  <a:pt x="1438275" y="717194"/>
                </a:moveTo>
                <a:lnTo>
                  <a:pt x="1437817" y="716076"/>
                </a:lnTo>
                <a:lnTo>
                  <a:pt x="1435950" y="714209"/>
                </a:lnTo>
                <a:lnTo>
                  <a:pt x="1434833" y="713740"/>
                </a:lnTo>
                <a:lnTo>
                  <a:pt x="1432204" y="713740"/>
                </a:lnTo>
                <a:lnTo>
                  <a:pt x="1431086" y="714209"/>
                </a:lnTo>
                <a:lnTo>
                  <a:pt x="1429219" y="716076"/>
                </a:lnTo>
                <a:lnTo>
                  <a:pt x="1428750" y="717194"/>
                </a:lnTo>
                <a:lnTo>
                  <a:pt x="1428750" y="719823"/>
                </a:lnTo>
                <a:lnTo>
                  <a:pt x="1429219" y="720940"/>
                </a:lnTo>
                <a:lnTo>
                  <a:pt x="1431086" y="722807"/>
                </a:lnTo>
                <a:lnTo>
                  <a:pt x="1432204" y="723265"/>
                </a:lnTo>
                <a:lnTo>
                  <a:pt x="1434833" y="723265"/>
                </a:lnTo>
                <a:lnTo>
                  <a:pt x="1435950" y="722807"/>
                </a:lnTo>
                <a:lnTo>
                  <a:pt x="1437817" y="720940"/>
                </a:lnTo>
                <a:lnTo>
                  <a:pt x="1438275" y="719823"/>
                </a:lnTo>
                <a:lnTo>
                  <a:pt x="1438275" y="717194"/>
                </a:lnTo>
                <a:close/>
              </a:path>
              <a:path w="4200525" h="723264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200525" h="723264">
                <a:moveTo>
                  <a:pt x="1485900" y="717194"/>
                </a:moveTo>
                <a:lnTo>
                  <a:pt x="1485442" y="716076"/>
                </a:lnTo>
                <a:lnTo>
                  <a:pt x="1483575" y="714209"/>
                </a:lnTo>
                <a:lnTo>
                  <a:pt x="1482458" y="713740"/>
                </a:lnTo>
                <a:lnTo>
                  <a:pt x="1479829" y="713740"/>
                </a:lnTo>
                <a:lnTo>
                  <a:pt x="1478711" y="714209"/>
                </a:lnTo>
                <a:lnTo>
                  <a:pt x="1476844" y="716076"/>
                </a:lnTo>
                <a:lnTo>
                  <a:pt x="1476375" y="717194"/>
                </a:lnTo>
                <a:lnTo>
                  <a:pt x="1476375" y="719823"/>
                </a:lnTo>
                <a:lnTo>
                  <a:pt x="1476844" y="720940"/>
                </a:lnTo>
                <a:lnTo>
                  <a:pt x="1478711" y="722807"/>
                </a:lnTo>
                <a:lnTo>
                  <a:pt x="1479829" y="723265"/>
                </a:lnTo>
                <a:lnTo>
                  <a:pt x="1482458" y="723265"/>
                </a:lnTo>
                <a:lnTo>
                  <a:pt x="1483575" y="722807"/>
                </a:lnTo>
                <a:lnTo>
                  <a:pt x="1485442" y="720940"/>
                </a:lnTo>
                <a:lnTo>
                  <a:pt x="1485900" y="719823"/>
                </a:lnTo>
                <a:lnTo>
                  <a:pt x="1485900" y="717194"/>
                </a:lnTo>
                <a:close/>
              </a:path>
              <a:path w="4200525" h="723264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200525" h="723264">
                <a:moveTo>
                  <a:pt x="1533525" y="717194"/>
                </a:moveTo>
                <a:lnTo>
                  <a:pt x="1533067" y="716076"/>
                </a:lnTo>
                <a:lnTo>
                  <a:pt x="1531200" y="714209"/>
                </a:lnTo>
                <a:lnTo>
                  <a:pt x="1530083" y="713740"/>
                </a:lnTo>
                <a:lnTo>
                  <a:pt x="1527454" y="713740"/>
                </a:lnTo>
                <a:lnTo>
                  <a:pt x="1526336" y="714209"/>
                </a:lnTo>
                <a:lnTo>
                  <a:pt x="1524469" y="716076"/>
                </a:lnTo>
                <a:lnTo>
                  <a:pt x="1524000" y="717194"/>
                </a:lnTo>
                <a:lnTo>
                  <a:pt x="1524000" y="719823"/>
                </a:lnTo>
                <a:lnTo>
                  <a:pt x="1524469" y="720940"/>
                </a:lnTo>
                <a:lnTo>
                  <a:pt x="1526336" y="722807"/>
                </a:lnTo>
                <a:lnTo>
                  <a:pt x="1527454" y="723265"/>
                </a:lnTo>
                <a:lnTo>
                  <a:pt x="1530083" y="723265"/>
                </a:lnTo>
                <a:lnTo>
                  <a:pt x="1531200" y="722807"/>
                </a:lnTo>
                <a:lnTo>
                  <a:pt x="1533067" y="720940"/>
                </a:lnTo>
                <a:lnTo>
                  <a:pt x="1533525" y="719823"/>
                </a:lnTo>
                <a:lnTo>
                  <a:pt x="1533525" y="717194"/>
                </a:lnTo>
                <a:close/>
              </a:path>
              <a:path w="4200525" h="723264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200525" h="723264">
                <a:moveTo>
                  <a:pt x="1581150" y="717194"/>
                </a:moveTo>
                <a:lnTo>
                  <a:pt x="1580692" y="716076"/>
                </a:lnTo>
                <a:lnTo>
                  <a:pt x="1578825" y="714209"/>
                </a:lnTo>
                <a:lnTo>
                  <a:pt x="1577708" y="713740"/>
                </a:lnTo>
                <a:lnTo>
                  <a:pt x="1575079" y="713740"/>
                </a:lnTo>
                <a:lnTo>
                  <a:pt x="1573961" y="714209"/>
                </a:lnTo>
                <a:lnTo>
                  <a:pt x="1572094" y="716076"/>
                </a:lnTo>
                <a:lnTo>
                  <a:pt x="1571625" y="717194"/>
                </a:lnTo>
                <a:lnTo>
                  <a:pt x="1571625" y="719823"/>
                </a:lnTo>
                <a:lnTo>
                  <a:pt x="1572094" y="720940"/>
                </a:lnTo>
                <a:lnTo>
                  <a:pt x="1573961" y="722807"/>
                </a:lnTo>
                <a:lnTo>
                  <a:pt x="1575079" y="723265"/>
                </a:lnTo>
                <a:lnTo>
                  <a:pt x="1577708" y="723265"/>
                </a:lnTo>
                <a:lnTo>
                  <a:pt x="1578825" y="722807"/>
                </a:lnTo>
                <a:lnTo>
                  <a:pt x="1580692" y="720940"/>
                </a:lnTo>
                <a:lnTo>
                  <a:pt x="1581150" y="719823"/>
                </a:lnTo>
                <a:lnTo>
                  <a:pt x="1581150" y="717194"/>
                </a:lnTo>
                <a:close/>
              </a:path>
              <a:path w="4200525" h="723264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200525" h="723264">
                <a:moveTo>
                  <a:pt x="1628775" y="717194"/>
                </a:moveTo>
                <a:lnTo>
                  <a:pt x="1628317" y="716076"/>
                </a:lnTo>
                <a:lnTo>
                  <a:pt x="1626450" y="714209"/>
                </a:lnTo>
                <a:lnTo>
                  <a:pt x="1625333" y="713740"/>
                </a:lnTo>
                <a:lnTo>
                  <a:pt x="1622704" y="713740"/>
                </a:lnTo>
                <a:lnTo>
                  <a:pt x="1621586" y="714209"/>
                </a:lnTo>
                <a:lnTo>
                  <a:pt x="1619719" y="716076"/>
                </a:lnTo>
                <a:lnTo>
                  <a:pt x="1619250" y="717194"/>
                </a:lnTo>
                <a:lnTo>
                  <a:pt x="1619250" y="719823"/>
                </a:lnTo>
                <a:lnTo>
                  <a:pt x="1619719" y="720940"/>
                </a:lnTo>
                <a:lnTo>
                  <a:pt x="1621586" y="722807"/>
                </a:lnTo>
                <a:lnTo>
                  <a:pt x="1622704" y="723265"/>
                </a:lnTo>
                <a:lnTo>
                  <a:pt x="1625333" y="723265"/>
                </a:lnTo>
                <a:lnTo>
                  <a:pt x="1626450" y="722807"/>
                </a:lnTo>
                <a:lnTo>
                  <a:pt x="1628317" y="720940"/>
                </a:lnTo>
                <a:lnTo>
                  <a:pt x="1628775" y="719823"/>
                </a:lnTo>
                <a:lnTo>
                  <a:pt x="1628775" y="717194"/>
                </a:lnTo>
                <a:close/>
              </a:path>
              <a:path w="4200525" h="723264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200525" h="723264">
                <a:moveTo>
                  <a:pt x="1676400" y="717194"/>
                </a:moveTo>
                <a:lnTo>
                  <a:pt x="1675942" y="716076"/>
                </a:lnTo>
                <a:lnTo>
                  <a:pt x="1674075" y="714209"/>
                </a:lnTo>
                <a:lnTo>
                  <a:pt x="1672958" y="713740"/>
                </a:lnTo>
                <a:lnTo>
                  <a:pt x="1670329" y="713740"/>
                </a:lnTo>
                <a:lnTo>
                  <a:pt x="1669211" y="714209"/>
                </a:lnTo>
                <a:lnTo>
                  <a:pt x="1667344" y="716076"/>
                </a:lnTo>
                <a:lnTo>
                  <a:pt x="1666875" y="717194"/>
                </a:lnTo>
                <a:lnTo>
                  <a:pt x="1666875" y="719823"/>
                </a:lnTo>
                <a:lnTo>
                  <a:pt x="1667344" y="720940"/>
                </a:lnTo>
                <a:lnTo>
                  <a:pt x="1669211" y="722807"/>
                </a:lnTo>
                <a:lnTo>
                  <a:pt x="1670329" y="723265"/>
                </a:lnTo>
                <a:lnTo>
                  <a:pt x="1672958" y="723265"/>
                </a:lnTo>
                <a:lnTo>
                  <a:pt x="1674075" y="722807"/>
                </a:lnTo>
                <a:lnTo>
                  <a:pt x="1675942" y="720940"/>
                </a:lnTo>
                <a:lnTo>
                  <a:pt x="1676400" y="719823"/>
                </a:lnTo>
                <a:lnTo>
                  <a:pt x="1676400" y="717194"/>
                </a:lnTo>
                <a:close/>
              </a:path>
              <a:path w="4200525" h="723264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200525" h="723264">
                <a:moveTo>
                  <a:pt x="1724025" y="717194"/>
                </a:moveTo>
                <a:lnTo>
                  <a:pt x="1723567" y="716076"/>
                </a:lnTo>
                <a:lnTo>
                  <a:pt x="1721700" y="714209"/>
                </a:lnTo>
                <a:lnTo>
                  <a:pt x="1720583" y="713740"/>
                </a:lnTo>
                <a:lnTo>
                  <a:pt x="1717954" y="713740"/>
                </a:lnTo>
                <a:lnTo>
                  <a:pt x="1716836" y="714209"/>
                </a:lnTo>
                <a:lnTo>
                  <a:pt x="1714969" y="716076"/>
                </a:lnTo>
                <a:lnTo>
                  <a:pt x="1714500" y="717194"/>
                </a:lnTo>
                <a:lnTo>
                  <a:pt x="1714500" y="719823"/>
                </a:lnTo>
                <a:lnTo>
                  <a:pt x="1714969" y="720940"/>
                </a:lnTo>
                <a:lnTo>
                  <a:pt x="1716836" y="722807"/>
                </a:lnTo>
                <a:lnTo>
                  <a:pt x="1717954" y="723265"/>
                </a:lnTo>
                <a:lnTo>
                  <a:pt x="1720583" y="723265"/>
                </a:lnTo>
                <a:lnTo>
                  <a:pt x="1721700" y="722807"/>
                </a:lnTo>
                <a:lnTo>
                  <a:pt x="1723567" y="720940"/>
                </a:lnTo>
                <a:lnTo>
                  <a:pt x="1724025" y="719823"/>
                </a:lnTo>
                <a:lnTo>
                  <a:pt x="1724025" y="717194"/>
                </a:lnTo>
                <a:close/>
              </a:path>
              <a:path w="4200525" h="723264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200525" h="723264">
                <a:moveTo>
                  <a:pt x="1771650" y="717194"/>
                </a:moveTo>
                <a:lnTo>
                  <a:pt x="1771192" y="716076"/>
                </a:lnTo>
                <a:lnTo>
                  <a:pt x="1769325" y="714209"/>
                </a:lnTo>
                <a:lnTo>
                  <a:pt x="1768208" y="713740"/>
                </a:lnTo>
                <a:lnTo>
                  <a:pt x="1765579" y="713740"/>
                </a:lnTo>
                <a:lnTo>
                  <a:pt x="1764461" y="714209"/>
                </a:lnTo>
                <a:lnTo>
                  <a:pt x="1762594" y="716076"/>
                </a:lnTo>
                <a:lnTo>
                  <a:pt x="1762125" y="717194"/>
                </a:lnTo>
                <a:lnTo>
                  <a:pt x="1762125" y="719823"/>
                </a:lnTo>
                <a:lnTo>
                  <a:pt x="1762594" y="720940"/>
                </a:lnTo>
                <a:lnTo>
                  <a:pt x="1764461" y="722807"/>
                </a:lnTo>
                <a:lnTo>
                  <a:pt x="1765579" y="723265"/>
                </a:lnTo>
                <a:lnTo>
                  <a:pt x="1768208" y="723265"/>
                </a:lnTo>
                <a:lnTo>
                  <a:pt x="1769325" y="722807"/>
                </a:lnTo>
                <a:lnTo>
                  <a:pt x="1771192" y="720940"/>
                </a:lnTo>
                <a:lnTo>
                  <a:pt x="1771650" y="719823"/>
                </a:lnTo>
                <a:lnTo>
                  <a:pt x="1771650" y="717194"/>
                </a:lnTo>
                <a:close/>
              </a:path>
              <a:path w="4200525" h="723264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200525" h="723264">
                <a:moveTo>
                  <a:pt x="1819275" y="717194"/>
                </a:moveTo>
                <a:lnTo>
                  <a:pt x="1818817" y="716076"/>
                </a:lnTo>
                <a:lnTo>
                  <a:pt x="1816950" y="714209"/>
                </a:lnTo>
                <a:lnTo>
                  <a:pt x="1815833" y="713740"/>
                </a:lnTo>
                <a:lnTo>
                  <a:pt x="1813204" y="713740"/>
                </a:lnTo>
                <a:lnTo>
                  <a:pt x="1812086" y="714209"/>
                </a:lnTo>
                <a:lnTo>
                  <a:pt x="1810219" y="716076"/>
                </a:lnTo>
                <a:lnTo>
                  <a:pt x="1809750" y="717194"/>
                </a:lnTo>
                <a:lnTo>
                  <a:pt x="1809750" y="719823"/>
                </a:lnTo>
                <a:lnTo>
                  <a:pt x="1810219" y="720940"/>
                </a:lnTo>
                <a:lnTo>
                  <a:pt x="1812086" y="722807"/>
                </a:lnTo>
                <a:lnTo>
                  <a:pt x="1813204" y="723265"/>
                </a:lnTo>
                <a:lnTo>
                  <a:pt x="1815833" y="723265"/>
                </a:lnTo>
                <a:lnTo>
                  <a:pt x="1816950" y="722807"/>
                </a:lnTo>
                <a:lnTo>
                  <a:pt x="1818817" y="720940"/>
                </a:lnTo>
                <a:lnTo>
                  <a:pt x="1819275" y="719823"/>
                </a:lnTo>
                <a:lnTo>
                  <a:pt x="1819275" y="717194"/>
                </a:lnTo>
                <a:close/>
              </a:path>
              <a:path w="4200525" h="723264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200525" h="723264">
                <a:moveTo>
                  <a:pt x="1866900" y="717194"/>
                </a:moveTo>
                <a:lnTo>
                  <a:pt x="1866442" y="716076"/>
                </a:lnTo>
                <a:lnTo>
                  <a:pt x="1864575" y="714209"/>
                </a:lnTo>
                <a:lnTo>
                  <a:pt x="1863458" y="713740"/>
                </a:lnTo>
                <a:lnTo>
                  <a:pt x="1860829" y="713740"/>
                </a:lnTo>
                <a:lnTo>
                  <a:pt x="1859711" y="714209"/>
                </a:lnTo>
                <a:lnTo>
                  <a:pt x="1857844" y="716076"/>
                </a:lnTo>
                <a:lnTo>
                  <a:pt x="1857375" y="717194"/>
                </a:lnTo>
                <a:lnTo>
                  <a:pt x="1857375" y="719823"/>
                </a:lnTo>
                <a:lnTo>
                  <a:pt x="1857844" y="720940"/>
                </a:lnTo>
                <a:lnTo>
                  <a:pt x="1859711" y="722807"/>
                </a:lnTo>
                <a:lnTo>
                  <a:pt x="1860829" y="723265"/>
                </a:lnTo>
                <a:lnTo>
                  <a:pt x="1863458" y="723265"/>
                </a:lnTo>
                <a:lnTo>
                  <a:pt x="1864575" y="722807"/>
                </a:lnTo>
                <a:lnTo>
                  <a:pt x="1866442" y="720940"/>
                </a:lnTo>
                <a:lnTo>
                  <a:pt x="1866900" y="719823"/>
                </a:lnTo>
                <a:lnTo>
                  <a:pt x="1866900" y="717194"/>
                </a:lnTo>
                <a:close/>
              </a:path>
              <a:path w="4200525" h="723264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200525" h="723264">
                <a:moveTo>
                  <a:pt x="1914525" y="717194"/>
                </a:moveTo>
                <a:lnTo>
                  <a:pt x="1914067" y="716076"/>
                </a:lnTo>
                <a:lnTo>
                  <a:pt x="1912200" y="714209"/>
                </a:lnTo>
                <a:lnTo>
                  <a:pt x="1911083" y="713740"/>
                </a:lnTo>
                <a:lnTo>
                  <a:pt x="1908454" y="713740"/>
                </a:lnTo>
                <a:lnTo>
                  <a:pt x="1907336" y="714209"/>
                </a:lnTo>
                <a:lnTo>
                  <a:pt x="1905469" y="716076"/>
                </a:lnTo>
                <a:lnTo>
                  <a:pt x="1905000" y="717194"/>
                </a:lnTo>
                <a:lnTo>
                  <a:pt x="1905000" y="719823"/>
                </a:lnTo>
                <a:lnTo>
                  <a:pt x="1905469" y="720940"/>
                </a:lnTo>
                <a:lnTo>
                  <a:pt x="1907336" y="722807"/>
                </a:lnTo>
                <a:lnTo>
                  <a:pt x="1908454" y="723265"/>
                </a:lnTo>
                <a:lnTo>
                  <a:pt x="1911083" y="723265"/>
                </a:lnTo>
                <a:lnTo>
                  <a:pt x="1912200" y="722807"/>
                </a:lnTo>
                <a:lnTo>
                  <a:pt x="1914067" y="720940"/>
                </a:lnTo>
                <a:lnTo>
                  <a:pt x="1914525" y="719823"/>
                </a:lnTo>
                <a:lnTo>
                  <a:pt x="1914525" y="717194"/>
                </a:lnTo>
                <a:close/>
              </a:path>
              <a:path w="4200525" h="723264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200525" h="723264">
                <a:moveTo>
                  <a:pt x="1962150" y="717194"/>
                </a:moveTo>
                <a:lnTo>
                  <a:pt x="1961692" y="716076"/>
                </a:lnTo>
                <a:lnTo>
                  <a:pt x="1959825" y="714209"/>
                </a:lnTo>
                <a:lnTo>
                  <a:pt x="1958708" y="713740"/>
                </a:lnTo>
                <a:lnTo>
                  <a:pt x="1956079" y="713740"/>
                </a:lnTo>
                <a:lnTo>
                  <a:pt x="1954961" y="714209"/>
                </a:lnTo>
                <a:lnTo>
                  <a:pt x="1953094" y="716076"/>
                </a:lnTo>
                <a:lnTo>
                  <a:pt x="1952625" y="717194"/>
                </a:lnTo>
                <a:lnTo>
                  <a:pt x="1952625" y="719823"/>
                </a:lnTo>
                <a:lnTo>
                  <a:pt x="1953094" y="720940"/>
                </a:lnTo>
                <a:lnTo>
                  <a:pt x="1954961" y="722807"/>
                </a:lnTo>
                <a:lnTo>
                  <a:pt x="1956079" y="723265"/>
                </a:lnTo>
                <a:lnTo>
                  <a:pt x="1958708" y="723265"/>
                </a:lnTo>
                <a:lnTo>
                  <a:pt x="1959825" y="722807"/>
                </a:lnTo>
                <a:lnTo>
                  <a:pt x="1961692" y="720940"/>
                </a:lnTo>
                <a:lnTo>
                  <a:pt x="1962150" y="719823"/>
                </a:lnTo>
                <a:lnTo>
                  <a:pt x="1962150" y="717194"/>
                </a:lnTo>
                <a:close/>
              </a:path>
              <a:path w="4200525" h="723264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200525" h="723264">
                <a:moveTo>
                  <a:pt x="2009775" y="717194"/>
                </a:moveTo>
                <a:lnTo>
                  <a:pt x="2009317" y="716076"/>
                </a:lnTo>
                <a:lnTo>
                  <a:pt x="2007450" y="714209"/>
                </a:lnTo>
                <a:lnTo>
                  <a:pt x="2006333" y="713740"/>
                </a:lnTo>
                <a:lnTo>
                  <a:pt x="2003704" y="713740"/>
                </a:lnTo>
                <a:lnTo>
                  <a:pt x="2002586" y="714209"/>
                </a:lnTo>
                <a:lnTo>
                  <a:pt x="2000719" y="716076"/>
                </a:lnTo>
                <a:lnTo>
                  <a:pt x="2000250" y="717194"/>
                </a:lnTo>
                <a:lnTo>
                  <a:pt x="2000250" y="719823"/>
                </a:lnTo>
                <a:lnTo>
                  <a:pt x="2000719" y="720940"/>
                </a:lnTo>
                <a:lnTo>
                  <a:pt x="2002586" y="722807"/>
                </a:lnTo>
                <a:lnTo>
                  <a:pt x="2003704" y="723265"/>
                </a:lnTo>
                <a:lnTo>
                  <a:pt x="2006333" y="723265"/>
                </a:lnTo>
                <a:lnTo>
                  <a:pt x="2007450" y="722807"/>
                </a:lnTo>
                <a:lnTo>
                  <a:pt x="2009317" y="720940"/>
                </a:lnTo>
                <a:lnTo>
                  <a:pt x="2009775" y="719823"/>
                </a:lnTo>
                <a:lnTo>
                  <a:pt x="2009775" y="717194"/>
                </a:lnTo>
                <a:close/>
              </a:path>
              <a:path w="4200525" h="723264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200525" h="723264">
                <a:moveTo>
                  <a:pt x="2057400" y="717194"/>
                </a:moveTo>
                <a:lnTo>
                  <a:pt x="2056942" y="716076"/>
                </a:lnTo>
                <a:lnTo>
                  <a:pt x="2055075" y="714209"/>
                </a:lnTo>
                <a:lnTo>
                  <a:pt x="2053958" y="713740"/>
                </a:lnTo>
                <a:lnTo>
                  <a:pt x="2051329" y="713740"/>
                </a:lnTo>
                <a:lnTo>
                  <a:pt x="2050211" y="714209"/>
                </a:lnTo>
                <a:lnTo>
                  <a:pt x="2048344" y="716076"/>
                </a:lnTo>
                <a:lnTo>
                  <a:pt x="2047875" y="717194"/>
                </a:lnTo>
                <a:lnTo>
                  <a:pt x="2047875" y="719823"/>
                </a:lnTo>
                <a:lnTo>
                  <a:pt x="2048344" y="720940"/>
                </a:lnTo>
                <a:lnTo>
                  <a:pt x="2050211" y="722807"/>
                </a:lnTo>
                <a:lnTo>
                  <a:pt x="2051329" y="723265"/>
                </a:lnTo>
                <a:lnTo>
                  <a:pt x="2053958" y="723265"/>
                </a:lnTo>
                <a:lnTo>
                  <a:pt x="2055075" y="722807"/>
                </a:lnTo>
                <a:lnTo>
                  <a:pt x="2056942" y="720940"/>
                </a:lnTo>
                <a:lnTo>
                  <a:pt x="2057400" y="719823"/>
                </a:lnTo>
                <a:lnTo>
                  <a:pt x="2057400" y="717194"/>
                </a:lnTo>
                <a:close/>
              </a:path>
              <a:path w="4200525" h="723264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200525" h="723264">
                <a:moveTo>
                  <a:pt x="2105025" y="717194"/>
                </a:moveTo>
                <a:lnTo>
                  <a:pt x="2104567" y="716076"/>
                </a:lnTo>
                <a:lnTo>
                  <a:pt x="2102700" y="714209"/>
                </a:lnTo>
                <a:lnTo>
                  <a:pt x="2101583" y="713740"/>
                </a:lnTo>
                <a:lnTo>
                  <a:pt x="2098954" y="713740"/>
                </a:lnTo>
                <a:lnTo>
                  <a:pt x="2097836" y="714209"/>
                </a:lnTo>
                <a:lnTo>
                  <a:pt x="2095969" y="716076"/>
                </a:lnTo>
                <a:lnTo>
                  <a:pt x="2095500" y="717194"/>
                </a:lnTo>
                <a:lnTo>
                  <a:pt x="2095500" y="719823"/>
                </a:lnTo>
                <a:lnTo>
                  <a:pt x="2095969" y="720940"/>
                </a:lnTo>
                <a:lnTo>
                  <a:pt x="2097836" y="722807"/>
                </a:lnTo>
                <a:lnTo>
                  <a:pt x="2098954" y="723265"/>
                </a:lnTo>
                <a:lnTo>
                  <a:pt x="2101583" y="723265"/>
                </a:lnTo>
                <a:lnTo>
                  <a:pt x="2102700" y="722807"/>
                </a:lnTo>
                <a:lnTo>
                  <a:pt x="2104567" y="720940"/>
                </a:lnTo>
                <a:lnTo>
                  <a:pt x="2105025" y="719823"/>
                </a:lnTo>
                <a:lnTo>
                  <a:pt x="2105025" y="717194"/>
                </a:lnTo>
                <a:close/>
              </a:path>
              <a:path w="4200525" h="723264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200525" h="723264">
                <a:moveTo>
                  <a:pt x="2152650" y="717194"/>
                </a:moveTo>
                <a:lnTo>
                  <a:pt x="2152192" y="716076"/>
                </a:lnTo>
                <a:lnTo>
                  <a:pt x="2150326" y="714209"/>
                </a:lnTo>
                <a:lnTo>
                  <a:pt x="2149208" y="713740"/>
                </a:lnTo>
                <a:lnTo>
                  <a:pt x="2146579" y="713740"/>
                </a:lnTo>
                <a:lnTo>
                  <a:pt x="2145461" y="714209"/>
                </a:lnTo>
                <a:lnTo>
                  <a:pt x="2143595" y="716076"/>
                </a:lnTo>
                <a:lnTo>
                  <a:pt x="2143125" y="717194"/>
                </a:lnTo>
                <a:lnTo>
                  <a:pt x="2143125" y="719823"/>
                </a:lnTo>
                <a:lnTo>
                  <a:pt x="2143595" y="720940"/>
                </a:lnTo>
                <a:lnTo>
                  <a:pt x="2145461" y="722807"/>
                </a:lnTo>
                <a:lnTo>
                  <a:pt x="2146579" y="723265"/>
                </a:lnTo>
                <a:lnTo>
                  <a:pt x="2149208" y="723265"/>
                </a:lnTo>
                <a:lnTo>
                  <a:pt x="2150326" y="722807"/>
                </a:lnTo>
                <a:lnTo>
                  <a:pt x="2152192" y="720940"/>
                </a:lnTo>
                <a:lnTo>
                  <a:pt x="2152650" y="719823"/>
                </a:lnTo>
                <a:lnTo>
                  <a:pt x="2152650" y="717194"/>
                </a:lnTo>
                <a:close/>
              </a:path>
              <a:path w="4200525" h="723264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200525" h="723264">
                <a:moveTo>
                  <a:pt x="2200275" y="717194"/>
                </a:moveTo>
                <a:lnTo>
                  <a:pt x="2199817" y="716076"/>
                </a:lnTo>
                <a:lnTo>
                  <a:pt x="2197951" y="714209"/>
                </a:lnTo>
                <a:lnTo>
                  <a:pt x="2196833" y="713740"/>
                </a:lnTo>
                <a:lnTo>
                  <a:pt x="2194204" y="713740"/>
                </a:lnTo>
                <a:lnTo>
                  <a:pt x="2193086" y="714209"/>
                </a:lnTo>
                <a:lnTo>
                  <a:pt x="2191220" y="716076"/>
                </a:lnTo>
                <a:lnTo>
                  <a:pt x="2190750" y="717194"/>
                </a:lnTo>
                <a:lnTo>
                  <a:pt x="2190750" y="719823"/>
                </a:lnTo>
                <a:lnTo>
                  <a:pt x="2191220" y="720940"/>
                </a:lnTo>
                <a:lnTo>
                  <a:pt x="2193086" y="722807"/>
                </a:lnTo>
                <a:lnTo>
                  <a:pt x="2194204" y="723265"/>
                </a:lnTo>
                <a:lnTo>
                  <a:pt x="2196833" y="723265"/>
                </a:lnTo>
                <a:lnTo>
                  <a:pt x="2197951" y="722807"/>
                </a:lnTo>
                <a:lnTo>
                  <a:pt x="2199817" y="720940"/>
                </a:lnTo>
                <a:lnTo>
                  <a:pt x="2200275" y="719823"/>
                </a:lnTo>
                <a:lnTo>
                  <a:pt x="2200275" y="717194"/>
                </a:lnTo>
                <a:close/>
              </a:path>
              <a:path w="4200525" h="723264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200525" h="723264">
                <a:moveTo>
                  <a:pt x="2247900" y="717194"/>
                </a:moveTo>
                <a:lnTo>
                  <a:pt x="2247442" y="716076"/>
                </a:lnTo>
                <a:lnTo>
                  <a:pt x="2245576" y="714209"/>
                </a:lnTo>
                <a:lnTo>
                  <a:pt x="2244458" y="713740"/>
                </a:lnTo>
                <a:lnTo>
                  <a:pt x="2241829" y="713740"/>
                </a:lnTo>
                <a:lnTo>
                  <a:pt x="2240711" y="714209"/>
                </a:lnTo>
                <a:lnTo>
                  <a:pt x="2238845" y="716076"/>
                </a:lnTo>
                <a:lnTo>
                  <a:pt x="2238375" y="717194"/>
                </a:lnTo>
                <a:lnTo>
                  <a:pt x="2238375" y="719823"/>
                </a:lnTo>
                <a:lnTo>
                  <a:pt x="2238845" y="720940"/>
                </a:lnTo>
                <a:lnTo>
                  <a:pt x="2240711" y="722807"/>
                </a:lnTo>
                <a:lnTo>
                  <a:pt x="2241829" y="723265"/>
                </a:lnTo>
                <a:lnTo>
                  <a:pt x="2244458" y="723265"/>
                </a:lnTo>
                <a:lnTo>
                  <a:pt x="2245576" y="722807"/>
                </a:lnTo>
                <a:lnTo>
                  <a:pt x="2247442" y="720940"/>
                </a:lnTo>
                <a:lnTo>
                  <a:pt x="2247900" y="719823"/>
                </a:lnTo>
                <a:lnTo>
                  <a:pt x="2247900" y="717194"/>
                </a:lnTo>
                <a:close/>
              </a:path>
              <a:path w="4200525" h="723264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200525" h="723264">
                <a:moveTo>
                  <a:pt x="2295525" y="717194"/>
                </a:moveTo>
                <a:lnTo>
                  <a:pt x="2295067" y="716076"/>
                </a:lnTo>
                <a:lnTo>
                  <a:pt x="2293201" y="714209"/>
                </a:lnTo>
                <a:lnTo>
                  <a:pt x="2292083" y="713740"/>
                </a:lnTo>
                <a:lnTo>
                  <a:pt x="2289454" y="713740"/>
                </a:lnTo>
                <a:lnTo>
                  <a:pt x="2288336" y="714209"/>
                </a:lnTo>
                <a:lnTo>
                  <a:pt x="2286470" y="716076"/>
                </a:lnTo>
                <a:lnTo>
                  <a:pt x="2286000" y="717194"/>
                </a:lnTo>
                <a:lnTo>
                  <a:pt x="2286000" y="719823"/>
                </a:lnTo>
                <a:lnTo>
                  <a:pt x="2286470" y="720940"/>
                </a:lnTo>
                <a:lnTo>
                  <a:pt x="2288336" y="722807"/>
                </a:lnTo>
                <a:lnTo>
                  <a:pt x="2289454" y="723265"/>
                </a:lnTo>
                <a:lnTo>
                  <a:pt x="2292083" y="723265"/>
                </a:lnTo>
                <a:lnTo>
                  <a:pt x="2293201" y="722807"/>
                </a:lnTo>
                <a:lnTo>
                  <a:pt x="2295067" y="720940"/>
                </a:lnTo>
                <a:lnTo>
                  <a:pt x="2295525" y="719823"/>
                </a:lnTo>
                <a:lnTo>
                  <a:pt x="2295525" y="717194"/>
                </a:lnTo>
                <a:close/>
              </a:path>
              <a:path w="4200525" h="723264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200525" h="723264">
                <a:moveTo>
                  <a:pt x="2343150" y="717194"/>
                </a:moveTo>
                <a:lnTo>
                  <a:pt x="2342692" y="716076"/>
                </a:lnTo>
                <a:lnTo>
                  <a:pt x="2340826" y="714209"/>
                </a:lnTo>
                <a:lnTo>
                  <a:pt x="2339708" y="713740"/>
                </a:lnTo>
                <a:lnTo>
                  <a:pt x="2337079" y="713740"/>
                </a:lnTo>
                <a:lnTo>
                  <a:pt x="2335961" y="714209"/>
                </a:lnTo>
                <a:lnTo>
                  <a:pt x="2334095" y="716076"/>
                </a:lnTo>
                <a:lnTo>
                  <a:pt x="2333625" y="717194"/>
                </a:lnTo>
                <a:lnTo>
                  <a:pt x="2333625" y="719823"/>
                </a:lnTo>
                <a:lnTo>
                  <a:pt x="2334095" y="720940"/>
                </a:lnTo>
                <a:lnTo>
                  <a:pt x="2335961" y="722807"/>
                </a:lnTo>
                <a:lnTo>
                  <a:pt x="2337079" y="723265"/>
                </a:lnTo>
                <a:lnTo>
                  <a:pt x="2339708" y="723265"/>
                </a:lnTo>
                <a:lnTo>
                  <a:pt x="2340826" y="722807"/>
                </a:lnTo>
                <a:lnTo>
                  <a:pt x="2342692" y="720940"/>
                </a:lnTo>
                <a:lnTo>
                  <a:pt x="2343150" y="719823"/>
                </a:lnTo>
                <a:lnTo>
                  <a:pt x="2343150" y="717194"/>
                </a:lnTo>
                <a:close/>
              </a:path>
              <a:path w="4200525" h="723264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200525" h="723264">
                <a:moveTo>
                  <a:pt x="2390775" y="717194"/>
                </a:moveTo>
                <a:lnTo>
                  <a:pt x="2390317" y="716076"/>
                </a:lnTo>
                <a:lnTo>
                  <a:pt x="2388451" y="714209"/>
                </a:lnTo>
                <a:lnTo>
                  <a:pt x="2387333" y="713740"/>
                </a:lnTo>
                <a:lnTo>
                  <a:pt x="2384704" y="713740"/>
                </a:lnTo>
                <a:lnTo>
                  <a:pt x="2383586" y="714209"/>
                </a:lnTo>
                <a:lnTo>
                  <a:pt x="2381720" y="716076"/>
                </a:lnTo>
                <a:lnTo>
                  <a:pt x="2381250" y="717194"/>
                </a:lnTo>
                <a:lnTo>
                  <a:pt x="2381250" y="719823"/>
                </a:lnTo>
                <a:lnTo>
                  <a:pt x="2381720" y="720940"/>
                </a:lnTo>
                <a:lnTo>
                  <a:pt x="2383586" y="722807"/>
                </a:lnTo>
                <a:lnTo>
                  <a:pt x="2384704" y="723265"/>
                </a:lnTo>
                <a:lnTo>
                  <a:pt x="2387333" y="723265"/>
                </a:lnTo>
                <a:lnTo>
                  <a:pt x="2388451" y="722807"/>
                </a:lnTo>
                <a:lnTo>
                  <a:pt x="2390317" y="720940"/>
                </a:lnTo>
                <a:lnTo>
                  <a:pt x="2390775" y="719823"/>
                </a:lnTo>
                <a:lnTo>
                  <a:pt x="2390775" y="717194"/>
                </a:lnTo>
                <a:close/>
              </a:path>
              <a:path w="4200525" h="723264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200525" h="723264">
                <a:moveTo>
                  <a:pt x="2438400" y="717194"/>
                </a:moveTo>
                <a:lnTo>
                  <a:pt x="2437942" y="716076"/>
                </a:lnTo>
                <a:lnTo>
                  <a:pt x="2436076" y="714209"/>
                </a:lnTo>
                <a:lnTo>
                  <a:pt x="2434958" y="713740"/>
                </a:lnTo>
                <a:lnTo>
                  <a:pt x="2432329" y="713740"/>
                </a:lnTo>
                <a:lnTo>
                  <a:pt x="2431211" y="714209"/>
                </a:lnTo>
                <a:lnTo>
                  <a:pt x="2429345" y="716076"/>
                </a:lnTo>
                <a:lnTo>
                  <a:pt x="2428875" y="717194"/>
                </a:lnTo>
                <a:lnTo>
                  <a:pt x="2428875" y="719823"/>
                </a:lnTo>
                <a:lnTo>
                  <a:pt x="2429345" y="720940"/>
                </a:lnTo>
                <a:lnTo>
                  <a:pt x="2431211" y="722807"/>
                </a:lnTo>
                <a:lnTo>
                  <a:pt x="2432329" y="723265"/>
                </a:lnTo>
                <a:lnTo>
                  <a:pt x="2434958" y="723265"/>
                </a:lnTo>
                <a:lnTo>
                  <a:pt x="2436076" y="722807"/>
                </a:lnTo>
                <a:lnTo>
                  <a:pt x="2437942" y="720940"/>
                </a:lnTo>
                <a:lnTo>
                  <a:pt x="2438400" y="719823"/>
                </a:lnTo>
                <a:lnTo>
                  <a:pt x="2438400" y="717194"/>
                </a:lnTo>
                <a:close/>
              </a:path>
              <a:path w="4200525" h="723264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200525" h="723264">
                <a:moveTo>
                  <a:pt x="2486025" y="717194"/>
                </a:moveTo>
                <a:lnTo>
                  <a:pt x="2485567" y="716076"/>
                </a:lnTo>
                <a:lnTo>
                  <a:pt x="2483701" y="714209"/>
                </a:lnTo>
                <a:lnTo>
                  <a:pt x="2482583" y="713740"/>
                </a:lnTo>
                <a:lnTo>
                  <a:pt x="2479954" y="713740"/>
                </a:lnTo>
                <a:lnTo>
                  <a:pt x="2478836" y="714209"/>
                </a:lnTo>
                <a:lnTo>
                  <a:pt x="2476970" y="716076"/>
                </a:lnTo>
                <a:lnTo>
                  <a:pt x="2476500" y="717194"/>
                </a:lnTo>
                <a:lnTo>
                  <a:pt x="2476500" y="719823"/>
                </a:lnTo>
                <a:lnTo>
                  <a:pt x="2476970" y="720940"/>
                </a:lnTo>
                <a:lnTo>
                  <a:pt x="2478836" y="722807"/>
                </a:lnTo>
                <a:lnTo>
                  <a:pt x="2479954" y="723265"/>
                </a:lnTo>
                <a:lnTo>
                  <a:pt x="2482583" y="723265"/>
                </a:lnTo>
                <a:lnTo>
                  <a:pt x="2483701" y="722807"/>
                </a:lnTo>
                <a:lnTo>
                  <a:pt x="2485567" y="720940"/>
                </a:lnTo>
                <a:lnTo>
                  <a:pt x="2486025" y="719823"/>
                </a:lnTo>
                <a:lnTo>
                  <a:pt x="2486025" y="717194"/>
                </a:lnTo>
                <a:close/>
              </a:path>
              <a:path w="4200525" h="723264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200525" h="723264">
                <a:moveTo>
                  <a:pt x="2533650" y="717194"/>
                </a:moveTo>
                <a:lnTo>
                  <a:pt x="2533192" y="716076"/>
                </a:lnTo>
                <a:lnTo>
                  <a:pt x="2531326" y="714209"/>
                </a:lnTo>
                <a:lnTo>
                  <a:pt x="2530208" y="713740"/>
                </a:lnTo>
                <a:lnTo>
                  <a:pt x="2527579" y="713740"/>
                </a:lnTo>
                <a:lnTo>
                  <a:pt x="2526461" y="714209"/>
                </a:lnTo>
                <a:lnTo>
                  <a:pt x="2524595" y="716076"/>
                </a:lnTo>
                <a:lnTo>
                  <a:pt x="2524125" y="717194"/>
                </a:lnTo>
                <a:lnTo>
                  <a:pt x="2524125" y="719823"/>
                </a:lnTo>
                <a:lnTo>
                  <a:pt x="2524595" y="720940"/>
                </a:lnTo>
                <a:lnTo>
                  <a:pt x="2526461" y="722807"/>
                </a:lnTo>
                <a:lnTo>
                  <a:pt x="2527579" y="723265"/>
                </a:lnTo>
                <a:lnTo>
                  <a:pt x="2530208" y="723265"/>
                </a:lnTo>
                <a:lnTo>
                  <a:pt x="2531326" y="722807"/>
                </a:lnTo>
                <a:lnTo>
                  <a:pt x="2533192" y="720940"/>
                </a:lnTo>
                <a:lnTo>
                  <a:pt x="2533650" y="719823"/>
                </a:lnTo>
                <a:lnTo>
                  <a:pt x="2533650" y="717194"/>
                </a:lnTo>
                <a:close/>
              </a:path>
              <a:path w="4200525" h="723264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200525" h="723264">
                <a:moveTo>
                  <a:pt x="2581275" y="717194"/>
                </a:moveTo>
                <a:lnTo>
                  <a:pt x="2580817" y="716076"/>
                </a:lnTo>
                <a:lnTo>
                  <a:pt x="2578951" y="714209"/>
                </a:lnTo>
                <a:lnTo>
                  <a:pt x="2577833" y="713740"/>
                </a:lnTo>
                <a:lnTo>
                  <a:pt x="2575204" y="713740"/>
                </a:lnTo>
                <a:lnTo>
                  <a:pt x="2574086" y="714209"/>
                </a:lnTo>
                <a:lnTo>
                  <a:pt x="2572220" y="716076"/>
                </a:lnTo>
                <a:lnTo>
                  <a:pt x="2571750" y="717194"/>
                </a:lnTo>
                <a:lnTo>
                  <a:pt x="2571750" y="719823"/>
                </a:lnTo>
                <a:lnTo>
                  <a:pt x="2572220" y="720940"/>
                </a:lnTo>
                <a:lnTo>
                  <a:pt x="2574086" y="722807"/>
                </a:lnTo>
                <a:lnTo>
                  <a:pt x="2575204" y="723265"/>
                </a:lnTo>
                <a:lnTo>
                  <a:pt x="2577833" y="723265"/>
                </a:lnTo>
                <a:lnTo>
                  <a:pt x="2578951" y="722807"/>
                </a:lnTo>
                <a:lnTo>
                  <a:pt x="2580817" y="720940"/>
                </a:lnTo>
                <a:lnTo>
                  <a:pt x="2581275" y="719823"/>
                </a:lnTo>
                <a:lnTo>
                  <a:pt x="2581275" y="717194"/>
                </a:lnTo>
                <a:close/>
              </a:path>
              <a:path w="4200525" h="723264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200525" h="723264">
                <a:moveTo>
                  <a:pt x="2628900" y="717194"/>
                </a:moveTo>
                <a:lnTo>
                  <a:pt x="2628442" y="716076"/>
                </a:lnTo>
                <a:lnTo>
                  <a:pt x="2626576" y="714209"/>
                </a:lnTo>
                <a:lnTo>
                  <a:pt x="2625458" y="713740"/>
                </a:lnTo>
                <a:lnTo>
                  <a:pt x="2622829" y="713740"/>
                </a:lnTo>
                <a:lnTo>
                  <a:pt x="2621711" y="714209"/>
                </a:lnTo>
                <a:lnTo>
                  <a:pt x="2619845" y="716076"/>
                </a:lnTo>
                <a:lnTo>
                  <a:pt x="2619375" y="717194"/>
                </a:lnTo>
                <a:lnTo>
                  <a:pt x="2619375" y="719823"/>
                </a:lnTo>
                <a:lnTo>
                  <a:pt x="2619845" y="720940"/>
                </a:lnTo>
                <a:lnTo>
                  <a:pt x="2621711" y="722807"/>
                </a:lnTo>
                <a:lnTo>
                  <a:pt x="2622829" y="723265"/>
                </a:lnTo>
                <a:lnTo>
                  <a:pt x="2625458" y="723265"/>
                </a:lnTo>
                <a:lnTo>
                  <a:pt x="2626576" y="722807"/>
                </a:lnTo>
                <a:lnTo>
                  <a:pt x="2628442" y="720940"/>
                </a:lnTo>
                <a:lnTo>
                  <a:pt x="2628900" y="719823"/>
                </a:lnTo>
                <a:lnTo>
                  <a:pt x="2628900" y="717194"/>
                </a:lnTo>
                <a:close/>
              </a:path>
              <a:path w="4200525" h="723264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200525" h="723264">
                <a:moveTo>
                  <a:pt x="2676525" y="717194"/>
                </a:moveTo>
                <a:lnTo>
                  <a:pt x="2676067" y="716076"/>
                </a:lnTo>
                <a:lnTo>
                  <a:pt x="2674201" y="714209"/>
                </a:lnTo>
                <a:lnTo>
                  <a:pt x="2673083" y="713740"/>
                </a:lnTo>
                <a:lnTo>
                  <a:pt x="2670454" y="713740"/>
                </a:lnTo>
                <a:lnTo>
                  <a:pt x="2669336" y="714209"/>
                </a:lnTo>
                <a:lnTo>
                  <a:pt x="2667470" y="716076"/>
                </a:lnTo>
                <a:lnTo>
                  <a:pt x="2667000" y="717194"/>
                </a:lnTo>
                <a:lnTo>
                  <a:pt x="2667000" y="719823"/>
                </a:lnTo>
                <a:lnTo>
                  <a:pt x="2667470" y="720940"/>
                </a:lnTo>
                <a:lnTo>
                  <a:pt x="2669336" y="722807"/>
                </a:lnTo>
                <a:lnTo>
                  <a:pt x="2670454" y="723265"/>
                </a:lnTo>
                <a:lnTo>
                  <a:pt x="2673083" y="723265"/>
                </a:lnTo>
                <a:lnTo>
                  <a:pt x="2674201" y="722807"/>
                </a:lnTo>
                <a:lnTo>
                  <a:pt x="2676067" y="720940"/>
                </a:lnTo>
                <a:lnTo>
                  <a:pt x="2676525" y="719823"/>
                </a:lnTo>
                <a:lnTo>
                  <a:pt x="2676525" y="717194"/>
                </a:lnTo>
                <a:close/>
              </a:path>
              <a:path w="4200525" h="723264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200525" h="723264">
                <a:moveTo>
                  <a:pt x="2724150" y="717194"/>
                </a:moveTo>
                <a:lnTo>
                  <a:pt x="2723692" y="716076"/>
                </a:lnTo>
                <a:lnTo>
                  <a:pt x="2721826" y="714209"/>
                </a:lnTo>
                <a:lnTo>
                  <a:pt x="2720708" y="713740"/>
                </a:lnTo>
                <a:lnTo>
                  <a:pt x="2718079" y="713740"/>
                </a:lnTo>
                <a:lnTo>
                  <a:pt x="2716961" y="714209"/>
                </a:lnTo>
                <a:lnTo>
                  <a:pt x="2715095" y="716076"/>
                </a:lnTo>
                <a:lnTo>
                  <a:pt x="2714625" y="717194"/>
                </a:lnTo>
                <a:lnTo>
                  <a:pt x="2714625" y="719823"/>
                </a:lnTo>
                <a:lnTo>
                  <a:pt x="2715095" y="720940"/>
                </a:lnTo>
                <a:lnTo>
                  <a:pt x="2716961" y="722807"/>
                </a:lnTo>
                <a:lnTo>
                  <a:pt x="2718079" y="723265"/>
                </a:lnTo>
                <a:lnTo>
                  <a:pt x="2720708" y="723265"/>
                </a:lnTo>
                <a:lnTo>
                  <a:pt x="2721826" y="722807"/>
                </a:lnTo>
                <a:lnTo>
                  <a:pt x="2723692" y="720940"/>
                </a:lnTo>
                <a:lnTo>
                  <a:pt x="2724150" y="719823"/>
                </a:lnTo>
                <a:lnTo>
                  <a:pt x="2724150" y="717194"/>
                </a:lnTo>
                <a:close/>
              </a:path>
              <a:path w="4200525" h="723264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200525" h="723264">
                <a:moveTo>
                  <a:pt x="2771775" y="717194"/>
                </a:moveTo>
                <a:lnTo>
                  <a:pt x="2771317" y="716076"/>
                </a:lnTo>
                <a:lnTo>
                  <a:pt x="2769451" y="714209"/>
                </a:lnTo>
                <a:lnTo>
                  <a:pt x="2768333" y="713740"/>
                </a:lnTo>
                <a:lnTo>
                  <a:pt x="2765704" y="713740"/>
                </a:lnTo>
                <a:lnTo>
                  <a:pt x="2764586" y="714209"/>
                </a:lnTo>
                <a:lnTo>
                  <a:pt x="2762720" y="716076"/>
                </a:lnTo>
                <a:lnTo>
                  <a:pt x="2762250" y="717194"/>
                </a:lnTo>
                <a:lnTo>
                  <a:pt x="2762250" y="719823"/>
                </a:lnTo>
                <a:lnTo>
                  <a:pt x="2762720" y="720940"/>
                </a:lnTo>
                <a:lnTo>
                  <a:pt x="2764586" y="722807"/>
                </a:lnTo>
                <a:lnTo>
                  <a:pt x="2765704" y="723265"/>
                </a:lnTo>
                <a:lnTo>
                  <a:pt x="2768333" y="723265"/>
                </a:lnTo>
                <a:lnTo>
                  <a:pt x="2769451" y="722807"/>
                </a:lnTo>
                <a:lnTo>
                  <a:pt x="2771317" y="720940"/>
                </a:lnTo>
                <a:lnTo>
                  <a:pt x="2771775" y="719823"/>
                </a:lnTo>
                <a:lnTo>
                  <a:pt x="2771775" y="717194"/>
                </a:lnTo>
                <a:close/>
              </a:path>
              <a:path w="4200525" h="723264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200525" h="723264">
                <a:moveTo>
                  <a:pt x="2819400" y="717194"/>
                </a:moveTo>
                <a:lnTo>
                  <a:pt x="2818942" y="716076"/>
                </a:lnTo>
                <a:lnTo>
                  <a:pt x="2817076" y="714209"/>
                </a:lnTo>
                <a:lnTo>
                  <a:pt x="2815958" y="713740"/>
                </a:lnTo>
                <a:lnTo>
                  <a:pt x="2813329" y="713740"/>
                </a:lnTo>
                <a:lnTo>
                  <a:pt x="2812211" y="714209"/>
                </a:lnTo>
                <a:lnTo>
                  <a:pt x="2810345" y="716076"/>
                </a:lnTo>
                <a:lnTo>
                  <a:pt x="2809875" y="717194"/>
                </a:lnTo>
                <a:lnTo>
                  <a:pt x="2809875" y="719823"/>
                </a:lnTo>
                <a:lnTo>
                  <a:pt x="2810345" y="720940"/>
                </a:lnTo>
                <a:lnTo>
                  <a:pt x="2812211" y="722807"/>
                </a:lnTo>
                <a:lnTo>
                  <a:pt x="2813329" y="723265"/>
                </a:lnTo>
                <a:lnTo>
                  <a:pt x="2815958" y="723265"/>
                </a:lnTo>
                <a:lnTo>
                  <a:pt x="2817076" y="722807"/>
                </a:lnTo>
                <a:lnTo>
                  <a:pt x="2818942" y="720940"/>
                </a:lnTo>
                <a:lnTo>
                  <a:pt x="2819400" y="719823"/>
                </a:lnTo>
                <a:lnTo>
                  <a:pt x="2819400" y="717194"/>
                </a:lnTo>
                <a:close/>
              </a:path>
              <a:path w="4200525" h="723264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200525" h="723264">
                <a:moveTo>
                  <a:pt x="2867025" y="717194"/>
                </a:moveTo>
                <a:lnTo>
                  <a:pt x="2866567" y="716076"/>
                </a:lnTo>
                <a:lnTo>
                  <a:pt x="2864701" y="714209"/>
                </a:lnTo>
                <a:lnTo>
                  <a:pt x="2863583" y="713740"/>
                </a:lnTo>
                <a:lnTo>
                  <a:pt x="2860954" y="713740"/>
                </a:lnTo>
                <a:lnTo>
                  <a:pt x="2859836" y="714209"/>
                </a:lnTo>
                <a:lnTo>
                  <a:pt x="2857970" y="716076"/>
                </a:lnTo>
                <a:lnTo>
                  <a:pt x="2857500" y="717194"/>
                </a:lnTo>
                <a:lnTo>
                  <a:pt x="2857500" y="719823"/>
                </a:lnTo>
                <a:lnTo>
                  <a:pt x="2857970" y="720940"/>
                </a:lnTo>
                <a:lnTo>
                  <a:pt x="2859836" y="722807"/>
                </a:lnTo>
                <a:lnTo>
                  <a:pt x="2860954" y="723265"/>
                </a:lnTo>
                <a:lnTo>
                  <a:pt x="2863583" y="723265"/>
                </a:lnTo>
                <a:lnTo>
                  <a:pt x="2864701" y="722807"/>
                </a:lnTo>
                <a:lnTo>
                  <a:pt x="2866567" y="720940"/>
                </a:lnTo>
                <a:lnTo>
                  <a:pt x="2867025" y="719823"/>
                </a:lnTo>
                <a:lnTo>
                  <a:pt x="2867025" y="717194"/>
                </a:lnTo>
                <a:close/>
              </a:path>
              <a:path w="4200525" h="723264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200525" h="723264">
                <a:moveTo>
                  <a:pt x="2914650" y="717194"/>
                </a:moveTo>
                <a:lnTo>
                  <a:pt x="2914192" y="716076"/>
                </a:lnTo>
                <a:lnTo>
                  <a:pt x="2912326" y="714209"/>
                </a:lnTo>
                <a:lnTo>
                  <a:pt x="2911208" y="713740"/>
                </a:lnTo>
                <a:lnTo>
                  <a:pt x="2908579" y="713740"/>
                </a:lnTo>
                <a:lnTo>
                  <a:pt x="2907461" y="714209"/>
                </a:lnTo>
                <a:lnTo>
                  <a:pt x="2905595" y="716076"/>
                </a:lnTo>
                <a:lnTo>
                  <a:pt x="2905125" y="717194"/>
                </a:lnTo>
                <a:lnTo>
                  <a:pt x="2905125" y="719823"/>
                </a:lnTo>
                <a:lnTo>
                  <a:pt x="2905595" y="720940"/>
                </a:lnTo>
                <a:lnTo>
                  <a:pt x="2907461" y="722807"/>
                </a:lnTo>
                <a:lnTo>
                  <a:pt x="2908579" y="723265"/>
                </a:lnTo>
                <a:lnTo>
                  <a:pt x="2911208" y="723265"/>
                </a:lnTo>
                <a:lnTo>
                  <a:pt x="2912326" y="722807"/>
                </a:lnTo>
                <a:lnTo>
                  <a:pt x="2914192" y="720940"/>
                </a:lnTo>
                <a:lnTo>
                  <a:pt x="2914650" y="719823"/>
                </a:lnTo>
                <a:lnTo>
                  <a:pt x="2914650" y="717194"/>
                </a:lnTo>
                <a:close/>
              </a:path>
              <a:path w="4200525" h="723264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200525" h="723264">
                <a:moveTo>
                  <a:pt x="2962275" y="717194"/>
                </a:moveTo>
                <a:lnTo>
                  <a:pt x="2961817" y="716076"/>
                </a:lnTo>
                <a:lnTo>
                  <a:pt x="2959951" y="714209"/>
                </a:lnTo>
                <a:lnTo>
                  <a:pt x="2958833" y="713740"/>
                </a:lnTo>
                <a:lnTo>
                  <a:pt x="2956204" y="713740"/>
                </a:lnTo>
                <a:lnTo>
                  <a:pt x="2955086" y="714209"/>
                </a:lnTo>
                <a:lnTo>
                  <a:pt x="2953220" y="716076"/>
                </a:lnTo>
                <a:lnTo>
                  <a:pt x="2952750" y="717194"/>
                </a:lnTo>
                <a:lnTo>
                  <a:pt x="2952750" y="719823"/>
                </a:lnTo>
                <a:lnTo>
                  <a:pt x="2953220" y="720940"/>
                </a:lnTo>
                <a:lnTo>
                  <a:pt x="2955086" y="722807"/>
                </a:lnTo>
                <a:lnTo>
                  <a:pt x="2956204" y="723265"/>
                </a:lnTo>
                <a:lnTo>
                  <a:pt x="2958833" y="723265"/>
                </a:lnTo>
                <a:lnTo>
                  <a:pt x="2959951" y="722807"/>
                </a:lnTo>
                <a:lnTo>
                  <a:pt x="2961817" y="720940"/>
                </a:lnTo>
                <a:lnTo>
                  <a:pt x="2962275" y="719823"/>
                </a:lnTo>
                <a:lnTo>
                  <a:pt x="2962275" y="717194"/>
                </a:lnTo>
                <a:close/>
              </a:path>
              <a:path w="4200525" h="723264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200525" h="723264">
                <a:moveTo>
                  <a:pt x="3009900" y="717194"/>
                </a:moveTo>
                <a:lnTo>
                  <a:pt x="3009442" y="716076"/>
                </a:lnTo>
                <a:lnTo>
                  <a:pt x="3007576" y="714209"/>
                </a:lnTo>
                <a:lnTo>
                  <a:pt x="3006458" y="713740"/>
                </a:lnTo>
                <a:lnTo>
                  <a:pt x="3003829" y="713740"/>
                </a:lnTo>
                <a:lnTo>
                  <a:pt x="3002711" y="714209"/>
                </a:lnTo>
                <a:lnTo>
                  <a:pt x="3000845" y="716076"/>
                </a:lnTo>
                <a:lnTo>
                  <a:pt x="3000375" y="717194"/>
                </a:lnTo>
                <a:lnTo>
                  <a:pt x="3000375" y="719823"/>
                </a:lnTo>
                <a:lnTo>
                  <a:pt x="3000845" y="720940"/>
                </a:lnTo>
                <a:lnTo>
                  <a:pt x="3002711" y="722807"/>
                </a:lnTo>
                <a:lnTo>
                  <a:pt x="3003829" y="723265"/>
                </a:lnTo>
                <a:lnTo>
                  <a:pt x="3006458" y="723265"/>
                </a:lnTo>
                <a:lnTo>
                  <a:pt x="3007576" y="722807"/>
                </a:lnTo>
                <a:lnTo>
                  <a:pt x="3009442" y="720940"/>
                </a:lnTo>
                <a:lnTo>
                  <a:pt x="3009900" y="719823"/>
                </a:lnTo>
                <a:lnTo>
                  <a:pt x="3009900" y="717194"/>
                </a:lnTo>
                <a:close/>
              </a:path>
              <a:path w="4200525" h="723264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200525" h="723264">
                <a:moveTo>
                  <a:pt x="3057525" y="717194"/>
                </a:moveTo>
                <a:lnTo>
                  <a:pt x="3057067" y="716076"/>
                </a:lnTo>
                <a:lnTo>
                  <a:pt x="3055201" y="714209"/>
                </a:lnTo>
                <a:lnTo>
                  <a:pt x="3054083" y="713740"/>
                </a:lnTo>
                <a:lnTo>
                  <a:pt x="3051454" y="713740"/>
                </a:lnTo>
                <a:lnTo>
                  <a:pt x="3050336" y="714209"/>
                </a:lnTo>
                <a:lnTo>
                  <a:pt x="3048470" y="716076"/>
                </a:lnTo>
                <a:lnTo>
                  <a:pt x="3048000" y="717194"/>
                </a:lnTo>
                <a:lnTo>
                  <a:pt x="3048000" y="719823"/>
                </a:lnTo>
                <a:lnTo>
                  <a:pt x="3048470" y="720940"/>
                </a:lnTo>
                <a:lnTo>
                  <a:pt x="3050336" y="722807"/>
                </a:lnTo>
                <a:lnTo>
                  <a:pt x="3051454" y="723265"/>
                </a:lnTo>
                <a:lnTo>
                  <a:pt x="3054083" y="723265"/>
                </a:lnTo>
                <a:lnTo>
                  <a:pt x="3055201" y="722807"/>
                </a:lnTo>
                <a:lnTo>
                  <a:pt x="3057067" y="720940"/>
                </a:lnTo>
                <a:lnTo>
                  <a:pt x="3057525" y="719823"/>
                </a:lnTo>
                <a:lnTo>
                  <a:pt x="3057525" y="717194"/>
                </a:lnTo>
                <a:close/>
              </a:path>
              <a:path w="4200525" h="723264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200525" h="723264">
                <a:moveTo>
                  <a:pt x="3105150" y="717194"/>
                </a:moveTo>
                <a:lnTo>
                  <a:pt x="3104692" y="716076"/>
                </a:lnTo>
                <a:lnTo>
                  <a:pt x="3102826" y="714209"/>
                </a:lnTo>
                <a:lnTo>
                  <a:pt x="3101708" y="713740"/>
                </a:lnTo>
                <a:lnTo>
                  <a:pt x="3099079" y="713740"/>
                </a:lnTo>
                <a:lnTo>
                  <a:pt x="3097961" y="714209"/>
                </a:lnTo>
                <a:lnTo>
                  <a:pt x="3096095" y="716076"/>
                </a:lnTo>
                <a:lnTo>
                  <a:pt x="3095625" y="717194"/>
                </a:lnTo>
                <a:lnTo>
                  <a:pt x="3095625" y="719823"/>
                </a:lnTo>
                <a:lnTo>
                  <a:pt x="3096095" y="720940"/>
                </a:lnTo>
                <a:lnTo>
                  <a:pt x="3097961" y="722807"/>
                </a:lnTo>
                <a:lnTo>
                  <a:pt x="3099079" y="723265"/>
                </a:lnTo>
                <a:lnTo>
                  <a:pt x="3101708" y="723265"/>
                </a:lnTo>
                <a:lnTo>
                  <a:pt x="3102826" y="722807"/>
                </a:lnTo>
                <a:lnTo>
                  <a:pt x="3104692" y="720940"/>
                </a:lnTo>
                <a:lnTo>
                  <a:pt x="3105150" y="719823"/>
                </a:lnTo>
                <a:lnTo>
                  <a:pt x="3105150" y="717194"/>
                </a:lnTo>
                <a:close/>
              </a:path>
              <a:path w="4200525" h="723264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200525" h="723264">
                <a:moveTo>
                  <a:pt x="3152775" y="717194"/>
                </a:moveTo>
                <a:lnTo>
                  <a:pt x="3152317" y="716076"/>
                </a:lnTo>
                <a:lnTo>
                  <a:pt x="3150451" y="714209"/>
                </a:lnTo>
                <a:lnTo>
                  <a:pt x="3149333" y="713740"/>
                </a:lnTo>
                <a:lnTo>
                  <a:pt x="3146704" y="713740"/>
                </a:lnTo>
                <a:lnTo>
                  <a:pt x="3145586" y="714209"/>
                </a:lnTo>
                <a:lnTo>
                  <a:pt x="3143720" y="716076"/>
                </a:lnTo>
                <a:lnTo>
                  <a:pt x="3143250" y="717194"/>
                </a:lnTo>
                <a:lnTo>
                  <a:pt x="3143250" y="719823"/>
                </a:lnTo>
                <a:lnTo>
                  <a:pt x="3143720" y="720940"/>
                </a:lnTo>
                <a:lnTo>
                  <a:pt x="3145586" y="722807"/>
                </a:lnTo>
                <a:lnTo>
                  <a:pt x="3146704" y="723265"/>
                </a:lnTo>
                <a:lnTo>
                  <a:pt x="3149333" y="723265"/>
                </a:lnTo>
                <a:lnTo>
                  <a:pt x="3150451" y="722807"/>
                </a:lnTo>
                <a:lnTo>
                  <a:pt x="3152317" y="720940"/>
                </a:lnTo>
                <a:lnTo>
                  <a:pt x="3152775" y="719823"/>
                </a:lnTo>
                <a:lnTo>
                  <a:pt x="3152775" y="717194"/>
                </a:lnTo>
                <a:close/>
              </a:path>
              <a:path w="4200525" h="723264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200525" h="723264">
                <a:moveTo>
                  <a:pt x="3200400" y="717194"/>
                </a:moveTo>
                <a:lnTo>
                  <a:pt x="3199942" y="716076"/>
                </a:lnTo>
                <a:lnTo>
                  <a:pt x="3198076" y="714209"/>
                </a:lnTo>
                <a:lnTo>
                  <a:pt x="3196958" y="713740"/>
                </a:lnTo>
                <a:lnTo>
                  <a:pt x="3194329" y="713740"/>
                </a:lnTo>
                <a:lnTo>
                  <a:pt x="3193211" y="714209"/>
                </a:lnTo>
                <a:lnTo>
                  <a:pt x="3191345" y="716076"/>
                </a:lnTo>
                <a:lnTo>
                  <a:pt x="3190875" y="717194"/>
                </a:lnTo>
                <a:lnTo>
                  <a:pt x="3190875" y="719823"/>
                </a:lnTo>
                <a:lnTo>
                  <a:pt x="3191345" y="720940"/>
                </a:lnTo>
                <a:lnTo>
                  <a:pt x="3193211" y="722807"/>
                </a:lnTo>
                <a:lnTo>
                  <a:pt x="3194329" y="723265"/>
                </a:lnTo>
                <a:lnTo>
                  <a:pt x="3196958" y="723265"/>
                </a:lnTo>
                <a:lnTo>
                  <a:pt x="3198076" y="722807"/>
                </a:lnTo>
                <a:lnTo>
                  <a:pt x="3199942" y="720940"/>
                </a:lnTo>
                <a:lnTo>
                  <a:pt x="3200400" y="719823"/>
                </a:lnTo>
                <a:lnTo>
                  <a:pt x="3200400" y="717194"/>
                </a:lnTo>
                <a:close/>
              </a:path>
              <a:path w="4200525" h="723264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200525" h="723264">
                <a:moveTo>
                  <a:pt x="3248025" y="717194"/>
                </a:moveTo>
                <a:lnTo>
                  <a:pt x="3247567" y="716076"/>
                </a:lnTo>
                <a:lnTo>
                  <a:pt x="3245701" y="714209"/>
                </a:lnTo>
                <a:lnTo>
                  <a:pt x="3244583" y="713740"/>
                </a:lnTo>
                <a:lnTo>
                  <a:pt x="3241954" y="713740"/>
                </a:lnTo>
                <a:lnTo>
                  <a:pt x="3240836" y="714209"/>
                </a:lnTo>
                <a:lnTo>
                  <a:pt x="3238970" y="716076"/>
                </a:lnTo>
                <a:lnTo>
                  <a:pt x="3238500" y="717194"/>
                </a:lnTo>
                <a:lnTo>
                  <a:pt x="3238500" y="719823"/>
                </a:lnTo>
                <a:lnTo>
                  <a:pt x="3238970" y="720940"/>
                </a:lnTo>
                <a:lnTo>
                  <a:pt x="3240836" y="722807"/>
                </a:lnTo>
                <a:lnTo>
                  <a:pt x="3241954" y="723265"/>
                </a:lnTo>
                <a:lnTo>
                  <a:pt x="3244583" y="723265"/>
                </a:lnTo>
                <a:lnTo>
                  <a:pt x="3245701" y="722807"/>
                </a:lnTo>
                <a:lnTo>
                  <a:pt x="3247567" y="720940"/>
                </a:lnTo>
                <a:lnTo>
                  <a:pt x="3248025" y="719823"/>
                </a:lnTo>
                <a:lnTo>
                  <a:pt x="3248025" y="717194"/>
                </a:lnTo>
                <a:close/>
              </a:path>
              <a:path w="4200525" h="723264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200525" h="723264">
                <a:moveTo>
                  <a:pt x="3295650" y="717194"/>
                </a:moveTo>
                <a:lnTo>
                  <a:pt x="3295192" y="716076"/>
                </a:lnTo>
                <a:lnTo>
                  <a:pt x="3293326" y="714209"/>
                </a:lnTo>
                <a:lnTo>
                  <a:pt x="3292208" y="713740"/>
                </a:lnTo>
                <a:lnTo>
                  <a:pt x="3289579" y="713740"/>
                </a:lnTo>
                <a:lnTo>
                  <a:pt x="3288461" y="714209"/>
                </a:lnTo>
                <a:lnTo>
                  <a:pt x="3286595" y="716076"/>
                </a:lnTo>
                <a:lnTo>
                  <a:pt x="3286125" y="717194"/>
                </a:lnTo>
                <a:lnTo>
                  <a:pt x="3286125" y="719823"/>
                </a:lnTo>
                <a:lnTo>
                  <a:pt x="3286595" y="720940"/>
                </a:lnTo>
                <a:lnTo>
                  <a:pt x="3288461" y="722807"/>
                </a:lnTo>
                <a:lnTo>
                  <a:pt x="3289579" y="723265"/>
                </a:lnTo>
                <a:lnTo>
                  <a:pt x="3292208" y="723265"/>
                </a:lnTo>
                <a:lnTo>
                  <a:pt x="3293326" y="722807"/>
                </a:lnTo>
                <a:lnTo>
                  <a:pt x="3295192" y="720940"/>
                </a:lnTo>
                <a:lnTo>
                  <a:pt x="3295650" y="719823"/>
                </a:lnTo>
                <a:lnTo>
                  <a:pt x="3295650" y="717194"/>
                </a:lnTo>
                <a:close/>
              </a:path>
              <a:path w="4200525" h="723264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200525" h="723264">
                <a:moveTo>
                  <a:pt x="3343275" y="717194"/>
                </a:moveTo>
                <a:lnTo>
                  <a:pt x="3342817" y="716076"/>
                </a:lnTo>
                <a:lnTo>
                  <a:pt x="3340951" y="714209"/>
                </a:lnTo>
                <a:lnTo>
                  <a:pt x="3339833" y="713740"/>
                </a:lnTo>
                <a:lnTo>
                  <a:pt x="3337204" y="713740"/>
                </a:lnTo>
                <a:lnTo>
                  <a:pt x="3336074" y="714209"/>
                </a:lnTo>
                <a:lnTo>
                  <a:pt x="3334220" y="716076"/>
                </a:lnTo>
                <a:lnTo>
                  <a:pt x="3333750" y="717194"/>
                </a:lnTo>
                <a:lnTo>
                  <a:pt x="3333750" y="719823"/>
                </a:lnTo>
                <a:lnTo>
                  <a:pt x="3334220" y="720940"/>
                </a:lnTo>
                <a:lnTo>
                  <a:pt x="3336074" y="722807"/>
                </a:lnTo>
                <a:lnTo>
                  <a:pt x="3337204" y="723265"/>
                </a:lnTo>
                <a:lnTo>
                  <a:pt x="3339833" y="723265"/>
                </a:lnTo>
                <a:lnTo>
                  <a:pt x="3340951" y="722807"/>
                </a:lnTo>
                <a:lnTo>
                  <a:pt x="3342817" y="720940"/>
                </a:lnTo>
                <a:lnTo>
                  <a:pt x="3343275" y="719823"/>
                </a:lnTo>
                <a:lnTo>
                  <a:pt x="3343275" y="717194"/>
                </a:lnTo>
                <a:close/>
              </a:path>
              <a:path w="4200525" h="723264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200525" h="723264">
                <a:moveTo>
                  <a:pt x="3390900" y="717194"/>
                </a:moveTo>
                <a:lnTo>
                  <a:pt x="3390442" y="716076"/>
                </a:lnTo>
                <a:lnTo>
                  <a:pt x="3388576" y="714209"/>
                </a:lnTo>
                <a:lnTo>
                  <a:pt x="3387458" y="713740"/>
                </a:lnTo>
                <a:lnTo>
                  <a:pt x="3384829" y="713740"/>
                </a:lnTo>
                <a:lnTo>
                  <a:pt x="3383699" y="714209"/>
                </a:lnTo>
                <a:lnTo>
                  <a:pt x="3381845" y="716076"/>
                </a:lnTo>
                <a:lnTo>
                  <a:pt x="3381375" y="717194"/>
                </a:lnTo>
                <a:lnTo>
                  <a:pt x="3381375" y="719823"/>
                </a:lnTo>
                <a:lnTo>
                  <a:pt x="3381845" y="720940"/>
                </a:lnTo>
                <a:lnTo>
                  <a:pt x="3383699" y="722807"/>
                </a:lnTo>
                <a:lnTo>
                  <a:pt x="3384829" y="723265"/>
                </a:lnTo>
                <a:lnTo>
                  <a:pt x="3387458" y="723265"/>
                </a:lnTo>
                <a:lnTo>
                  <a:pt x="3388576" y="722807"/>
                </a:lnTo>
                <a:lnTo>
                  <a:pt x="3390442" y="720940"/>
                </a:lnTo>
                <a:lnTo>
                  <a:pt x="3390900" y="719823"/>
                </a:lnTo>
                <a:lnTo>
                  <a:pt x="3390900" y="717194"/>
                </a:lnTo>
                <a:close/>
              </a:path>
              <a:path w="4200525" h="723264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200525" h="723264">
                <a:moveTo>
                  <a:pt x="3438525" y="717194"/>
                </a:moveTo>
                <a:lnTo>
                  <a:pt x="3438067" y="716076"/>
                </a:lnTo>
                <a:lnTo>
                  <a:pt x="3436201" y="714209"/>
                </a:lnTo>
                <a:lnTo>
                  <a:pt x="3435083" y="713740"/>
                </a:lnTo>
                <a:lnTo>
                  <a:pt x="3432454" y="713740"/>
                </a:lnTo>
                <a:lnTo>
                  <a:pt x="3431336" y="714209"/>
                </a:lnTo>
                <a:lnTo>
                  <a:pt x="3429470" y="716076"/>
                </a:lnTo>
                <a:lnTo>
                  <a:pt x="3429000" y="717194"/>
                </a:lnTo>
                <a:lnTo>
                  <a:pt x="3429000" y="719823"/>
                </a:lnTo>
                <a:lnTo>
                  <a:pt x="3429470" y="720940"/>
                </a:lnTo>
                <a:lnTo>
                  <a:pt x="3431336" y="722807"/>
                </a:lnTo>
                <a:lnTo>
                  <a:pt x="3432454" y="723265"/>
                </a:lnTo>
                <a:lnTo>
                  <a:pt x="3435083" y="723265"/>
                </a:lnTo>
                <a:lnTo>
                  <a:pt x="3436201" y="722807"/>
                </a:lnTo>
                <a:lnTo>
                  <a:pt x="3438067" y="720940"/>
                </a:lnTo>
                <a:lnTo>
                  <a:pt x="3438525" y="719823"/>
                </a:lnTo>
                <a:lnTo>
                  <a:pt x="3438525" y="717194"/>
                </a:lnTo>
                <a:close/>
              </a:path>
              <a:path w="4200525" h="723264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200525" h="723264">
                <a:moveTo>
                  <a:pt x="3486150" y="717194"/>
                </a:moveTo>
                <a:lnTo>
                  <a:pt x="3485692" y="716076"/>
                </a:lnTo>
                <a:lnTo>
                  <a:pt x="3483826" y="714209"/>
                </a:lnTo>
                <a:lnTo>
                  <a:pt x="3482708" y="713740"/>
                </a:lnTo>
                <a:lnTo>
                  <a:pt x="3480079" y="713740"/>
                </a:lnTo>
                <a:lnTo>
                  <a:pt x="3478961" y="714209"/>
                </a:lnTo>
                <a:lnTo>
                  <a:pt x="3477095" y="716076"/>
                </a:lnTo>
                <a:lnTo>
                  <a:pt x="3476625" y="717194"/>
                </a:lnTo>
                <a:lnTo>
                  <a:pt x="3476625" y="719823"/>
                </a:lnTo>
                <a:lnTo>
                  <a:pt x="3477095" y="720940"/>
                </a:lnTo>
                <a:lnTo>
                  <a:pt x="3478961" y="722807"/>
                </a:lnTo>
                <a:lnTo>
                  <a:pt x="3480079" y="723265"/>
                </a:lnTo>
                <a:lnTo>
                  <a:pt x="3482708" y="723265"/>
                </a:lnTo>
                <a:lnTo>
                  <a:pt x="3483826" y="722807"/>
                </a:lnTo>
                <a:lnTo>
                  <a:pt x="3485692" y="720940"/>
                </a:lnTo>
                <a:lnTo>
                  <a:pt x="3486150" y="719823"/>
                </a:lnTo>
                <a:lnTo>
                  <a:pt x="3486150" y="717194"/>
                </a:lnTo>
                <a:close/>
              </a:path>
              <a:path w="4200525" h="723264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200525" h="723264">
                <a:moveTo>
                  <a:pt x="3533775" y="717194"/>
                </a:moveTo>
                <a:lnTo>
                  <a:pt x="3533317" y="716076"/>
                </a:lnTo>
                <a:lnTo>
                  <a:pt x="3531451" y="714209"/>
                </a:lnTo>
                <a:lnTo>
                  <a:pt x="3530333" y="713740"/>
                </a:lnTo>
                <a:lnTo>
                  <a:pt x="3527704" y="713740"/>
                </a:lnTo>
                <a:lnTo>
                  <a:pt x="3526586" y="714209"/>
                </a:lnTo>
                <a:lnTo>
                  <a:pt x="3524720" y="716076"/>
                </a:lnTo>
                <a:lnTo>
                  <a:pt x="3524250" y="717194"/>
                </a:lnTo>
                <a:lnTo>
                  <a:pt x="3524250" y="719823"/>
                </a:lnTo>
                <a:lnTo>
                  <a:pt x="3524720" y="720940"/>
                </a:lnTo>
                <a:lnTo>
                  <a:pt x="3526586" y="722807"/>
                </a:lnTo>
                <a:lnTo>
                  <a:pt x="3527704" y="723265"/>
                </a:lnTo>
                <a:lnTo>
                  <a:pt x="3530333" y="723265"/>
                </a:lnTo>
                <a:lnTo>
                  <a:pt x="3531451" y="722807"/>
                </a:lnTo>
                <a:lnTo>
                  <a:pt x="3533317" y="720940"/>
                </a:lnTo>
                <a:lnTo>
                  <a:pt x="3533775" y="719823"/>
                </a:lnTo>
                <a:lnTo>
                  <a:pt x="3533775" y="717194"/>
                </a:lnTo>
                <a:close/>
              </a:path>
              <a:path w="4200525" h="723264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200525" h="723264">
                <a:moveTo>
                  <a:pt x="3581400" y="717194"/>
                </a:moveTo>
                <a:lnTo>
                  <a:pt x="3580942" y="716076"/>
                </a:lnTo>
                <a:lnTo>
                  <a:pt x="3579076" y="714209"/>
                </a:lnTo>
                <a:lnTo>
                  <a:pt x="3577958" y="713740"/>
                </a:lnTo>
                <a:lnTo>
                  <a:pt x="3575329" y="713740"/>
                </a:lnTo>
                <a:lnTo>
                  <a:pt x="3574211" y="714209"/>
                </a:lnTo>
                <a:lnTo>
                  <a:pt x="3572345" y="716076"/>
                </a:lnTo>
                <a:lnTo>
                  <a:pt x="3571875" y="717194"/>
                </a:lnTo>
                <a:lnTo>
                  <a:pt x="3571875" y="719823"/>
                </a:lnTo>
                <a:lnTo>
                  <a:pt x="3572345" y="720940"/>
                </a:lnTo>
                <a:lnTo>
                  <a:pt x="3574211" y="722807"/>
                </a:lnTo>
                <a:lnTo>
                  <a:pt x="3575329" y="723265"/>
                </a:lnTo>
                <a:lnTo>
                  <a:pt x="3577958" y="723265"/>
                </a:lnTo>
                <a:lnTo>
                  <a:pt x="3579076" y="722807"/>
                </a:lnTo>
                <a:lnTo>
                  <a:pt x="3580942" y="720940"/>
                </a:lnTo>
                <a:lnTo>
                  <a:pt x="3581400" y="719823"/>
                </a:lnTo>
                <a:lnTo>
                  <a:pt x="3581400" y="717194"/>
                </a:lnTo>
                <a:close/>
              </a:path>
              <a:path w="4200525" h="723264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200525" h="723264">
                <a:moveTo>
                  <a:pt x="3629025" y="717194"/>
                </a:moveTo>
                <a:lnTo>
                  <a:pt x="3628567" y="716076"/>
                </a:lnTo>
                <a:lnTo>
                  <a:pt x="3626701" y="714209"/>
                </a:lnTo>
                <a:lnTo>
                  <a:pt x="3625583" y="713740"/>
                </a:lnTo>
                <a:lnTo>
                  <a:pt x="3622954" y="713740"/>
                </a:lnTo>
                <a:lnTo>
                  <a:pt x="3621836" y="714209"/>
                </a:lnTo>
                <a:lnTo>
                  <a:pt x="3619970" y="716076"/>
                </a:lnTo>
                <a:lnTo>
                  <a:pt x="3619500" y="717194"/>
                </a:lnTo>
                <a:lnTo>
                  <a:pt x="3619500" y="719823"/>
                </a:lnTo>
                <a:lnTo>
                  <a:pt x="3619970" y="720940"/>
                </a:lnTo>
                <a:lnTo>
                  <a:pt x="3621836" y="722807"/>
                </a:lnTo>
                <a:lnTo>
                  <a:pt x="3622954" y="723265"/>
                </a:lnTo>
                <a:lnTo>
                  <a:pt x="3625583" y="723265"/>
                </a:lnTo>
                <a:lnTo>
                  <a:pt x="3626701" y="722807"/>
                </a:lnTo>
                <a:lnTo>
                  <a:pt x="3628567" y="720940"/>
                </a:lnTo>
                <a:lnTo>
                  <a:pt x="3629025" y="719823"/>
                </a:lnTo>
                <a:lnTo>
                  <a:pt x="3629025" y="717194"/>
                </a:lnTo>
                <a:close/>
              </a:path>
              <a:path w="4200525" h="723264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200525" h="723264">
                <a:moveTo>
                  <a:pt x="3676650" y="717194"/>
                </a:moveTo>
                <a:lnTo>
                  <a:pt x="3676192" y="716076"/>
                </a:lnTo>
                <a:lnTo>
                  <a:pt x="3674326" y="714209"/>
                </a:lnTo>
                <a:lnTo>
                  <a:pt x="3673208" y="713740"/>
                </a:lnTo>
                <a:lnTo>
                  <a:pt x="3670579" y="713740"/>
                </a:lnTo>
                <a:lnTo>
                  <a:pt x="3669461" y="714209"/>
                </a:lnTo>
                <a:lnTo>
                  <a:pt x="3667595" y="716076"/>
                </a:lnTo>
                <a:lnTo>
                  <a:pt x="3667125" y="717194"/>
                </a:lnTo>
                <a:lnTo>
                  <a:pt x="3667125" y="719823"/>
                </a:lnTo>
                <a:lnTo>
                  <a:pt x="3667595" y="720940"/>
                </a:lnTo>
                <a:lnTo>
                  <a:pt x="3669461" y="722807"/>
                </a:lnTo>
                <a:lnTo>
                  <a:pt x="3670579" y="723265"/>
                </a:lnTo>
                <a:lnTo>
                  <a:pt x="3673208" y="723265"/>
                </a:lnTo>
                <a:lnTo>
                  <a:pt x="3674326" y="722807"/>
                </a:lnTo>
                <a:lnTo>
                  <a:pt x="3676192" y="720940"/>
                </a:lnTo>
                <a:lnTo>
                  <a:pt x="3676650" y="719823"/>
                </a:lnTo>
                <a:lnTo>
                  <a:pt x="3676650" y="717194"/>
                </a:lnTo>
                <a:close/>
              </a:path>
              <a:path w="4200525" h="723264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200525" h="723264">
                <a:moveTo>
                  <a:pt x="3724275" y="717194"/>
                </a:moveTo>
                <a:lnTo>
                  <a:pt x="3723817" y="716076"/>
                </a:lnTo>
                <a:lnTo>
                  <a:pt x="3721951" y="714209"/>
                </a:lnTo>
                <a:lnTo>
                  <a:pt x="3720833" y="713740"/>
                </a:lnTo>
                <a:lnTo>
                  <a:pt x="3718204" y="713740"/>
                </a:lnTo>
                <a:lnTo>
                  <a:pt x="3717086" y="714209"/>
                </a:lnTo>
                <a:lnTo>
                  <a:pt x="3715220" y="716076"/>
                </a:lnTo>
                <a:lnTo>
                  <a:pt x="3714750" y="717194"/>
                </a:lnTo>
                <a:lnTo>
                  <a:pt x="3714750" y="719823"/>
                </a:lnTo>
                <a:lnTo>
                  <a:pt x="3715220" y="720940"/>
                </a:lnTo>
                <a:lnTo>
                  <a:pt x="3717086" y="722807"/>
                </a:lnTo>
                <a:lnTo>
                  <a:pt x="3718204" y="723265"/>
                </a:lnTo>
                <a:lnTo>
                  <a:pt x="3720833" y="723265"/>
                </a:lnTo>
                <a:lnTo>
                  <a:pt x="3721951" y="722807"/>
                </a:lnTo>
                <a:lnTo>
                  <a:pt x="3723817" y="720940"/>
                </a:lnTo>
                <a:lnTo>
                  <a:pt x="3724275" y="719823"/>
                </a:lnTo>
                <a:lnTo>
                  <a:pt x="3724275" y="717194"/>
                </a:lnTo>
                <a:close/>
              </a:path>
              <a:path w="4200525" h="723264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200525" h="723264">
                <a:moveTo>
                  <a:pt x="3771900" y="717194"/>
                </a:moveTo>
                <a:lnTo>
                  <a:pt x="3771442" y="716076"/>
                </a:lnTo>
                <a:lnTo>
                  <a:pt x="3769576" y="714209"/>
                </a:lnTo>
                <a:lnTo>
                  <a:pt x="3768458" y="713740"/>
                </a:lnTo>
                <a:lnTo>
                  <a:pt x="3765829" y="713740"/>
                </a:lnTo>
                <a:lnTo>
                  <a:pt x="3764711" y="714209"/>
                </a:lnTo>
                <a:lnTo>
                  <a:pt x="3762845" y="716076"/>
                </a:lnTo>
                <a:lnTo>
                  <a:pt x="3762375" y="717194"/>
                </a:lnTo>
                <a:lnTo>
                  <a:pt x="3762375" y="719823"/>
                </a:lnTo>
                <a:lnTo>
                  <a:pt x="3762845" y="720940"/>
                </a:lnTo>
                <a:lnTo>
                  <a:pt x="3764711" y="722807"/>
                </a:lnTo>
                <a:lnTo>
                  <a:pt x="3765829" y="723265"/>
                </a:lnTo>
                <a:lnTo>
                  <a:pt x="3768458" y="723265"/>
                </a:lnTo>
                <a:lnTo>
                  <a:pt x="3769576" y="722807"/>
                </a:lnTo>
                <a:lnTo>
                  <a:pt x="3771442" y="720940"/>
                </a:lnTo>
                <a:lnTo>
                  <a:pt x="3771900" y="719823"/>
                </a:lnTo>
                <a:lnTo>
                  <a:pt x="3771900" y="717194"/>
                </a:lnTo>
                <a:close/>
              </a:path>
              <a:path w="4200525" h="723264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200525" h="723264">
                <a:moveTo>
                  <a:pt x="3819525" y="717194"/>
                </a:moveTo>
                <a:lnTo>
                  <a:pt x="3819067" y="716076"/>
                </a:lnTo>
                <a:lnTo>
                  <a:pt x="3817201" y="714209"/>
                </a:lnTo>
                <a:lnTo>
                  <a:pt x="3816083" y="713740"/>
                </a:lnTo>
                <a:lnTo>
                  <a:pt x="3813454" y="713740"/>
                </a:lnTo>
                <a:lnTo>
                  <a:pt x="3812336" y="714209"/>
                </a:lnTo>
                <a:lnTo>
                  <a:pt x="3810470" y="716076"/>
                </a:lnTo>
                <a:lnTo>
                  <a:pt x="3810000" y="717194"/>
                </a:lnTo>
                <a:lnTo>
                  <a:pt x="3810000" y="719823"/>
                </a:lnTo>
                <a:lnTo>
                  <a:pt x="3810470" y="720940"/>
                </a:lnTo>
                <a:lnTo>
                  <a:pt x="3812336" y="722807"/>
                </a:lnTo>
                <a:lnTo>
                  <a:pt x="3813454" y="723265"/>
                </a:lnTo>
                <a:lnTo>
                  <a:pt x="3816083" y="723265"/>
                </a:lnTo>
                <a:lnTo>
                  <a:pt x="3817201" y="722807"/>
                </a:lnTo>
                <a:lnTo>
                  <a:pt x="3819067" y="720940"/>
                </a:lnTo>
                <a:lnTo>
                  <a:pt x="3819525" y="719823"/>
                </a:lnTo>
                <a:lnTo>
                  <a:pt x="3819525" y="717194"/>
                </a:lnTo>
                <a:close/>
              </a:path>
              <a:path w="4200525" h="723264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200525" h="723264">
                <a:moveTo>
                  <a:pt x="3867150" y="717194"/>
                </a:moveTo>
                <a:lnTo>
                  <a:pt x="3866692" y="716076"/>
                </a:lnTo>
                <a:lnTo>
                  <a:pt x="3864826" y="714209"/>
                </a:lnTo>
                <a:lnTo>
                  <a:pt x="3863708" y="713740"/>
                </a:lnTo>
                <a:lnTo>
                  <a:pt x="3861079" y="713740"/>
                </a:lnTo>
                <a:lnTo>
                  <a:pt x="3859949" y="714209"/>
                </a:lnTo>
                <a:lnTo>
                  <a:pt x="3858095" y="716076"/>
                </a:lnTo>
                <a:lnTo>
                  <a:pt x="3857625" y="717194"/>
                </a:lnTo>
                <a:lnTo>
                  <a:pt x="3857625" y="719823"/>
                </a:lnTo>
                <a:lnTo>
                  <a:pt x="3858095" y="720940"/>
                </a:lnTo>
                <a:lnTo>
                  <a:pt x="3859949" y="722807"/>
                </a:lnTo>
                <a:lnTo>
                  <a:pt x="3861079" y="723265"/>
                </a:lnTo>
                <a:lnTo>
                  <a:pt x="3863708" y="723265"/>
                </a:lnTo>
                <a:lnTo>
                  <a:pt x="3864826" y="722807"/>
                </a:lnTo>
                <a:lnTo>
                  <a:pt x="3866692" y="720940"/>
                </a:lnTo>
                <a:lnTo>
                  <a:pt x="3867150" y="719823"/>
                </a:lnTo>
                <a:lnTo>
                  <a:pt x="3867150" y="717194"/>
                </a:lnTo>
                <a:close/>
              </a:path>
              <a:path w="4200525" h="723264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200525" h="723264">
                <a:moveTo>
                  <a:pt x="3914775" y="717194"/>
                </a:moveTo>
                <a:lnTo>
                  <a:pt x="3914317" y="716076"/>
                </a:lnTo>
                <a:lnTo>
                  <a:pt x="3912451" y="714209"/>
                </a:lnTo>
                <a:lnTo>
                  <a:pt x="3911333" y="713740"/>
                </a:lnTo>
                <a:lnTo>
                  <a:pt x="3908704" y="713740"/>
                </a:lnTo>
                <a:lnTo>
                  <a:pt x="3907574" y="714209"/>
                </a:lnTo>
                <a:lnTo>
                  <a:pt x="3905720" y="716076"/>
                </a:lnTo>
                <a:lnTo>
                  <a:pt x="3905250" y="717194"/>
                </a:lnTo>
                <a:lnTo>
                  <a:pt x="3905250" y="719823"/>
                </a:lnTo>
                <a:lnTo>
                  <a:pt x="3905720" y="720940"/>
                </a:lnTo>
                <a:lnTo>
                  <a:pt x="3907574" y="722807"/>
                </a:lnTo>
                <a:lnTo>
                  <a:pt x="3908704" y="723265"/>
                </a:lnTo>
                <a:lnTo>
                  <a:pt x="3911333" y="723265"/>
                </a:lnTo>
                <a:lnTo>
                  <a:pt x="3912451" y="722807"/>
                </a:lnTo>
                <a:lnTo>
                  <a:pt x="3914317" y="720940"/>
                </a:lnTo>
                <a:lnTo>
                  <a:pt x="3914775" y="719823"/>
                </a:lnTo>
                <a:lnTo>
                  <a:pt x="3914775" y="717194"/>
                </a:lnTo>
                <a:close/>
              </a:path>
              <a:path w="4200525" h="723264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200525" h="723264">
                <a:moveTo>
                  <a:pt x="3962400" y="717194"/>
                </a:moveTo>
                <a:lnTo>
                  <a:pt x="3961942" y="716076"/>
                </a:lnTo>
                <a:lnTo>
                  <a:pt x="3960076" y="714209"/>
                </a:lnTo>
                <a:lnTo>
                  <a:pt x="3958958" y="713740"/>
                </a:lnTo>
                <a:lnTo>
                  <a:pt x="3956329" y="713740"/>
                </a:lnTo>
                <a:lnTo>
                  <a:pt x="3955211" y="714209"/>
                </a:lnTo>
                <a:lnTo>
                  <a:pt x="3953345" y="716076"/>
                </a:lnTo>
                <a:lnTo>
                  <a:pt x="3952875" y="717194"/>
                </a:lnTo>
                <a:lnTo>
                  <a:pt x="3952875" y="719823"/>
                </a:lnTo>
                <a:lnTo>
                  <a:pt x="3953345" y="720940"/>
                </a:lnTo>
                <a:lnTo>
                  <a:pt x="3955211" y="722807"/>
                </a:lnTo>
                <a:lnTo>
                  <a:pt x="3956329" y="723265"/>
                </a:lnTo>
                <a:lnTo>
                  <a:pt x="3958958" y="723265"/>
                </a:lnTo>
                <a:lnTo>
                  <a:pt x="3960076" y="722807"/>
                </a:lnTo>
                <a:lnTo>
                  <a:pt x="3961942" y="720940"/>
                </a:lnTo>
                <a:lnTo>
                  <a:pt x="3962400" y="719823"/>
                </a:lnTo>
                <a:lnTo>
                  <a:pt x="3962400" y="717194"/>
                </a:lnTo>
                <a:close/>
              </a:path>
              <a:path w="4200525" h="723264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200525" h="723264">
                <a:moveTo>
                  <a:pt x="4010025" y="717194"/>
                </a:moveTo>
                <a:lnTo>
                  <a:pt x="4009567" y="716076"/>
                </a:lnTo>
                <a:lnTo>
                  <a:pt x="4007701" y="714209"/>
                </a:lnTo>
                <a:lnTo>
                  <a:pt x="4006583" y="713740"/>
                </a:lnTo>
                <a:lnTo>
                  <a:pt x="4003954" y="713740"/>
                </a:lnTo>
                <a:lnTo>
                  <a:pt x="4002836" y="714209"/>
                </a:lnTo>
                <a:lnTo>
                  <a:pt x="4000970" y="716076"/>
                </a:lnTo>
                <a:lnTo>
                  <a:pt x="4000500" y="717194"/>
                </a:lnTo>
                <a:lnTo>
                  <a:pt x="4000500" y="719823"/>
                </a:lnTo>
                <a:lnTo>
                  <a:pt x="4000970" y="720940"/>
                </a:lnTo>
                <a:lnTo>
                  <a:pt x="4002836" y="722807"/>
                </a:lnTo>
                <a:lnTo>
                  <a:pt x="4003954" y="723265"/>
                </a:lnTo>
                <a:lnTo>
                  <a:pt x="4006583" y="723265"/>
                </a:lnTo>
                <a:lnTo>
                  <a:pt x="4007701" y="722807"/>
                </a:lnTo>
                <a:lnTo>
                  <a:pt x="4009567" y="720940"/>
                </a:lnTo>
                <a:lnTo>
                  <a:pt x="4010025" y="719823"/>
                </a:lnTo>
                <a:lnTo>
                  <a:pt x="4010025" y="717194"/>
                </a:lnTo>
                <a:close/>
              </a:path>
              <a:path w="4200525" h="723264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200525" h="723264">
                <a:moveTo>
                  <a:pt x="4057650" y="717194"/>
                </a:moveTo>
                <a:lnTo>
                  <a:pt x="4057192" y="716076"/>
                </a:lnTo>
                <a:lnTo>
                  <a:pt x="4055326" y="714209"/>
                </a:lnTo>
                <a:lnTo>
                  <a:pt x="4054208" y="713740"/>
                </a:lnTo>
                <a:lnTo>
                  <a:pt x="4051579" y="713740"/>
                </a:lnTo>
                <a:lnTo>
                  <a:pt x="4050461" y="714209"/>
                </a:lnTo>
                <a:lnTo>
                  <a:pt x="4048595" y="716076"/>
                </a:lnTo>
                <a:lnTo>
                  <a:pt x="4048125" y="717194"/>
                </a:lnTo>
                <a:lnTo>
                  <a:pt x="4048125" y="719823"/>
                </a:lnTo>
                <a:lnTo>
                  <a:pt x="4048595" y="720940"/>
                </a:lnTo>
                <a:lnTo>
                  <a:pt x="4050461" y="722807"/>
                </a:lnTo>
                <a:lnTo>
                  <a:pt x="4051579" y="723265"/>
                </a:lnTo>
                <a:lnTo>
                  <a:pt x="4054208" y="723265"/>
                </a:lnTo>
                <a:lnTo>
                  <a:pt x="4055326" y="722807"/>
                </a:lnTo>
                <a:lnTo>
                  <a:pt x="4057192" y="720940"/>
                </a:lnTo>
                <a:lnTo>
                  <a:pt x="4057650" y="719823"/>
                </a:lnTo>
                <a:lnTo>
                  <a:pt x="4057650" y="717194"/>
                </a:lnTo>
                <a:close/>
              </a:path>
              <a:path w="4200525" h="723264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200525" h="723264">
                <a:moveTo>
                  <a:pt x="4105275" y="717194"/>
                </a:moveTo>
                <a:lnTo>
                  <a:pt x="4104817" y="716076"/>
                </a:lnTo>
                <a:lnTo>
                  <a:pt x="4102951" y="714209"/>
                </a:lnTo>
                <a:lnTo>
                  <a:pt x="4101833" y="713740"/>
                </a:lnTo>
                <a:lnTo>
                  <a:pt x="4099204" y="713740"/>
                </a:lnTo>
                <a:lnTo>
                  <a:pt x="4098086" y="714209"/>
                </a:lnTo>
                <a:lnTo>
                  <a:pt x="4096220" y="716076"/>
                </a:lnTo>
                <a:lnTo>
                  <a:pt x="4095750" y="717194"/>
                </a:lnTo>
                <a:lnTo>
                  <a:pt x="4095750" y="719823"/>
                </a:lnTo>
                <a:lnTo>
                  <a:pt x="4096220" y="720940"/>
                </a:lnTo>
                <a:lnTo>
                  <a:pt x="4098086" y="722807"/>
                </a:lnTo>
                <a:lnTo>
                  <a:pt x="4099204" y="723265"/>
                </a:lnTo>
                <a:lnTo>
                  <a:pt x="4101833" y="723265"/>
                </a:lnTo>
                <a:lnTo>
                  <a:pt x="4102951" y="722807"/>
                </a:lnTo>
                <a:lnTo>
                  <a:pt x="4104817" y="720940"/>
                </a:lnTo>
                <a:lnTo>
                  <a:pt x="4105275" y="719823"/>
                </a:lnTo>
                <a:lnTo>
                  <a:pt x="4105275" y="717194"/>
                </a:lnTo>
                <a:close/>
              </a:path>
              <a:path w="4200525" h="723264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200525" h="723264">
                <a:moveTo>
                  <a:pt x="4152900" y="717194"/>
                </a:moveTo>
                <a:lnTo>
                  <a:pt x="4152442" y="716076"/>
                </a:lnTo>
                <a:lnTo>
                  <a:pt x="4150576" y="714209"/>
                </a:lnTo>
                <a:lnTo>
                  <a:pt x="4149458" y="713740"/>
                </a:lnTo>
                <a:lnTo>
                  <a:pt x="4146829" y="713740"/>
                </a:lnTo>
                <a:lnTo>
                  <a:pt x="4145711" y="714209"/>
                </a:lnTo>
                <a:lnTo>
                  <a:pt x="4143845" y="716076"/>
                </a:lnTo>
                <a:lnTo>
                  <a:pt x="4143375" y="717194"/>
                </a:lnTo>
                <a:lnTo>
                  <a:pt x="4143375" y="719823"/>
                </a:lnTo>
                <a:lnTo>
                  <a:pt x="4143845" y="720940"/>
                </a:lnTo>
                <a:lnTo>
                  <a:pt x="4145711" y="722807"/>
                </a:lnTo>
                <a:lnTo>
                  <a:pt x="4146829" y="723265"/>
                </a:lnTo>
                <a:lnTo>
                  <a:pt x="4149458" y="723265"/>
                </a:lnTo>
                <a:lnTo>
                  <a:pt x="4150576" y="722807"/>
                </a:lnTo>
                <a:lnTo>
                  <a:pt x="4152442" y="720940"/>
                </a:lnTo>
                <a:lnTo>
                  <a:pt x="4152900" y="719823"/>
                </a:lnTo>
                <a:lnTo>
                  <a:pt x="4152900" y="717194"/>
                </a:lnTo>
                <a:close/>
              </a:path>
              <a:path w="4200525" h="723264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200525" h="723264">
                <a:moveTo>
                  <a:pt x="4200525" y="717194"/>
                </a:moveTo>
                <a:lnTo>
                  <a:pt x="4200067" y="716076"/>
                </a:lnTo>
                <a:lnTo>
                  <a:pt x="4198201" y="714209"/>
                </a:lnTo>
                <a:lnTo>
                  <a:pt x="4197083" y="713740"/>
                </a:lnTo>
                <a:lnTo>
                  <a:pt x="4194454" y="713740"/>
                </a:lnTo>
                <a:lnTo>
                  <a:pt x="4193336" y="714209"/>
                </a:lnTo>
                <a:lnTo>
                  <a:pt x="4191470" y="716076"/>
                </a:lnTo>
                <a:lnTo>
                  <a:pt x="4191000" y="717194"/>
                </a:lnTo>
                <a:lnTo>
                  <a:pt x="4191000" y="719823"/>
                </a:lnTo>
                <a:lnTo>
                  <a:pt x="4191470" y="720940"/>
                </a:lnTo>
                <a:lnTo>
                  <a:pt x="4193336" y="722807"/>
                </a:lnTo>
                <a:lnTo>
                  <a:pt x="4194454" y="723265"/>
                </a:lnTo>
                <a:lnTo>
                  <a:pt x="4197083" y="723265"/>
                </a:lnTo>
                <a:lnTo>
                  <a:pt x="4198201" y="722807"/>
                </a:lnTo>
                <a:lnTo>
                  <a:pt x="4200067" y="720940"/>
                </a:lnTo>
                <a:lnTo>
                  <a:pt x="4200525" y="719823"/>
                </a:lnTo>
                <a:lnTo>
                  <a:pt x="4200525" y="717194"/>
                </a:lnTo>
                <a:close/>
              </a:path>
              <a:path w="4200525" h="723264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3941395" y="3832959"/>
            <a:ext cx="222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Times New Roman"/>
                <a:cs typeface="Times New Roman"/>
              </a:rPr>
              <a:t>10K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3941395" y="3119219"/>
            <a:ext cx="222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Times New Roman"/>
                <a:cs typeface="Times New Roman"/>
              </a:rPr>
              <a:t>20K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6133038" y="4462115"/>
            <a:ext cx="4387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252423"/>
                </a:solidFill>
                <a:latin typeface="Times New Roman"/>
                <a:cs typeface="Times New Roman"/>
              </a:rPr>
              <a:t>Country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3619275" y="3062553"/>
            <a:ext cx="152400" cy="6419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b="1">
                <a:solidFill>
                  <a:srgbClr val="252423"/>
                </a:solidFill>
                <a:latin typeface="Times New Roman"/>
                <a:cs typeface="Times New Roman"/>
              </a:rPr>
              <a:t>Sum</a:t>
            </a:r>
            <a:r>
              <a:rPr dirty="0" sz="900" spc="-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z="900" spc="-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900" spc="-25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 rot="19560000">
            <a:off x="3845618" y="4116200"/>
            <a:ext cx="62584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>
                <a:latin typeface="Times New Roman"/>
                <a:cs typeface="Times New Roman"/>
              </a:rPr>
              <a:t>Faroe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baseline="3086" sz="1350" spc="-15">
                <a:latin typeface="Times New Roman"/>
                <a:cs typeface="Times New Roman"/>
              </a:rPr>
              <a:t>Islands</a:t>
            </a:r>
            <a:endParaRPr baseline="3086" sz="135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 txBox="1"/>
          <p:nvPr/>
        </p:nvSpPr>
        <p:spPr>
          <a:xfrm rot="19560000">
            <a:off x="4563615" y="4058042"/>
            <a:ext cx="430732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Gibraltar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 txBox="1"/>
          <p:nvPr/>
        </p:nvSpPr>
        <p:spPr>
          <a:xfrm rot="19560000">
            <a:off x="5045860" y="4076523"/>
            <a:ext cx="49162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Greenland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 rot="19560000">
            <a:off x="5618749" y="4065432"/>
            <a:ext cx="45527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Guernsey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 rot="19560000">
            <a:off x="6078119" y="4091304"/>
            <a:ext cx="54178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>
                <a:latin typeface="Times New Roman"/>
                <a:cs typeface="Times New Roman"/>
              </a:rPr>
              <a:t>Isle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baseline="3086" sz="1350">
                <a:latin typeface="Times New Roman"/>
                <a:cs typeface="Times New Roman"/>
              </a:rPr>
              <a:t>of</a:t>
            </a:r>
            <a:r>
              <a:rPr dirty="0" baseline="3086" sz="1350" spc="-44">
                <a:latin typeface="Times New Roman"/>
                <a:cs typeface="Times New Roman"/>
              </a:rPr>
              <a:t> </a:t>
            </a:r>
            <a:r>
              <a:rPr dirty="0" baseline="3086" sz="1350" spc="-37">
                <a:latin typeface="Times New Roman"/>
                <a:cs typeface="Times New Roman"/>
              </a:rPr>
              <a:t>Man</a:t>
            </a:r>
            <a:endParaRPr baseline="3086" sz="13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 rot="19560000">
            <a:off x="6831025" y="4021249"/>
            <a:ext cx="31012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Jersey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 rot="19560000">
            <a:off x="7269197" y="4054427"/>
            <a:ext cx="41850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Slovakia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 rot="19560000">
            <a:off x="7591647" y="4124650"/>
            <a:ext cx="65458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20">
                <a:latin typeface="Times New Roman"/>
                <a:cs typeface="Times New Roman"/>
              </a:rPr>
              <a:t>Virgin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baseline="3086" sz="1350" spc="-15">
                <a:latin typeface="Times New Roman"/>
                <a:cs typeface="Times New Roman"/>
              </a:rPr>
              <a:t>Islands</a:t>
            </a:r>
            <a:endParaRPr baseline="3086" sz="1350">
              <a:latin typeface="Times New Roman"/>
              <a:cs typeface="Times New Roman"/>
            </a:endParaRPr>
          </a:p>
        </p:txBody>
      </p:sp>
      <p:grpSp>
        <p:nvGrpSpPr>
          <p:cNvPr id="100" name="object 100" descr=""/>
          <p:cNvGrpSpPr/>
          <p:nvPr/>
        </p:nvGrpSpPr>
        <p:grpSpPr>
          <a:xfrm>
            <a:off x="4360544" y="2586608"/>
            <a:ext cx="3957320" cy="1176020"/>
            <a:chOff x="4360544" y="2586608"/>
            <a:chExt cx="3957320" cy="1176020"/>
          </a:xfrm>
        </p:grpSpPr>
        <p:pic>
          <p:nvPicPr>
            <p:cNvPr id="101" name="object 10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7034" y="2983039"/>
              <a:ext cx="158114" cy="15811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5928" y="3304222"/>
              <a:ext cx="158114" cy="15811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4823" y="3125787"/>
              <a:ext cx="158114" cy="158114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3717" y="3125787"/>
              <a:ext cx="158114" cy="158114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2612" y="3054413"/>
              <a:ext cx="158114" cy="158114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1506" y="2833687"/>
              <a:ext cx="158114" cy="107619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0399" y="3603993"/>
              <a:ext cx="158114" cy="158114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9294" y="3325634"/>
              <a:ext cx="158114" cy="158114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4360544" y="25866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4" y="95249"/>
                  </a:moveTo>
                  <a:lnTo>
                    <a:pt x="0" y="47624"/>
                  </a:lnTo>
                  <a:lnTo>
                    <a:pt x="47624" y="0"/>
                  </a:lnTo>
                  <a:lnTo>
                    <a:pt x="95249" y="47624"/>
                  </a:lnTo>
                  <a:lnTo>
                    <a:pt x="47624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3635375" y="2530475"/>
            <a:ext cx="10775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</a:tabLst>
            </a:pPr>
            <a:r>
              <a:rPr dirty="0" sz="900" b="1">
                <a:latin typeface="Times New Roman"/>
                <a:cs typeface="Times New Roman"/>
              </a:rPr>
              <a:t>Literacy</a:t>
            </a:r>
            <a:r>
              <a:rPr dirty="0" sz="900" spc="-35" b="1">
                <a:latin typeface="Times New Roman"/>
                <a:cs typeface="Times New Roman"/>
              </a:rPr>
              <a:t> </a:t>
            </a:r>
            <a:r>
              <a:rPr dirty="0" sz="900" spc="-25" b="1">
                <a:latin typeface="Times New Roman"/>
                <a:cs typeface="Times New Roman"/>
              </a:rPr>
              <a:t>(%)</a:t>
            </a:r>
            <a:r>
              <a:rPr dirty="0" sz="900" b="1">
                <a:latin typeface="Times New Roman"/>
                <a:cs typeface="Times New Roman"/>
              </a:rPr>
              <a:t>	</a:t>
            </a:r>
            <a:r>
              <a:rPr dirty="0" sz="900" spc="-20">
                <a:latin typeface="Times New Roman"/>
                <a:cs typeface="Times New Roman"/>
              </a:rPr>
              <a:t>1464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3590925" y="4667249"/>
            <a:ext cx="4924425" cy="2419350"/>
            <a:chOff x="3590925" y="4667249"/>
            <a:chExt cx="4924425" cy="2419350"/>
          </a:xfrm>
        </p:grpSpPr>
        <p:sp>
          <p:nvSpPr>
            <p:cNvPr id="112" name="object 112" descr=""/>
            <p:cNvSpPr/>
            <p:nvPr/>
          </p:nvSpPr>
          <p:spPr>
            <a:xfrm>
              <a:off x="3590912" y="4667249"/>
              <a:ext cx="4924425" cy="2419350"/>
            </a:xfrm>
            <a:custGeom>
              <a:avLst/>
              <a:gdLst/>
              <a:ahLst/>
              <a:cxnLst/>
              <a:rect l="l" t="t" r="r" b="b"/>
              <a:pathLst>
                <a:path w="4924425" h="2419350">
                  <a:moveTo>
                    <a:pt x="4924425" y="257175"/>
                  </a:moveTo>
                  <a:lnTo>
                    <a:pt x="0" y="257175"/>
                  </a:lnTo>
                  <a:lnTo>
                    <a:pt x="0" y="2419350"/>
                  </a:lnTo>
                  <a:lnTo>
                    <a:pt x="4924425" y="2419350"/>
                  </a:lnTo>
                  <a:lnTo>
                    <a:pt x="4924425" y="257175"/>
                  </a:lnTo>
                  <a:close/>
                </a:path>
                <a:path w="4924425" h="2419350">
                  <a:moveTo>
                    <a:pt x="49244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24425" y="9525"/>
                  </a:lnTo>
                  <a:lnTo>
                    <a:pt x="4924425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595687" y="4672012"/>
              <a:ext cx="4914900" cy="2409825"/>
            </a:xfrm>
            <a:custGeom>
              <a:avLst/>
              <a:gdLst/>
              <a:ahLst/>
              <a:cxnLst/>
              <a:rect l="l" t="t" r="r" b="b"/>
              <a:pathLst>
                <a:path w="4914900" h="2409825">
                  <a:moveTo>
                    <a:pt x="0" y="0"/>
                  </a:moveTo>
                  <a:lnTo>
                    <a:pt x="4914899" y="0"/>
                  </a:lnTo>
                  <a:lnTo>
                    <a:pt x="4914899" y="2409824"/>
                  </a:lnTo>
                  <a:lnTo>
                    <a:pt x="0" y="240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600450" y="4676774"/>
              <a:ext cx="4905375" cy="247650"/>
            </a:xfrm>
            <a:custGeom>
              <a:avLst/>
              <a:gdLst/>
              <a:ahLst/>
              <a:cxnLst/>
              <a:rect l="l" t="t" r="r" b="b"/>
              <a:pathLst>
                <a:path w="4905375" h="247650">
                  <a:moveTo>
                    <a:pt x="4905374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4905374" y="0"/>
                  </a:lnTo>
                  <a:lnTo>
                    <a:pt x="4905374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4699346" y="4648263"/>
            <a:ext cx="27266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NET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MIGRATION </a:t>
            </a:r>
            <a:r>
              <a:rPr dirty="0" sz="1400" b="1">
                <a:latin typeface="Times New Roman"/>
                <a:cs typeface="Times New Roman"/>
              </a:rPr>
              <a:t>BY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COUNTRY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6" name="object 116" descr=""/>
          <p:cNvSpPr/>
          <p:nvPr/>
        </p:nvSpPr>
        <p:spPr>
          <a:xfrm>
            <a:off x="4136695" y="5221922"/>
            <a:ext cx="4295775" cy="1068705"/>
          </a:xfrm>
          <a:custGeom>
            <a:avLst/>
            <a:gdLst/>
            <a:ahLst/>
            <a:cxnLst/>
            <a:rect l="l" t="t" r="r" b="b"/>
            <a:pathLst>
              <a:path w="4295775" h="1068704">
                <a:moveTo>
                  <a:pt x="9525" y="1062316"/>
                </a:moveTo>
                <a:lnTo>
                  <a:pt x="9067" y="1061199"/>
                </a:lnTo>
                <a:lnTo>
                  <a:pt x="7200" y="1059332"/>
                </a:lnTo>
                <a:lnTo>
                  <a:pt x="6083" y="1058862"/>
                </a:lnTo>
                <a:lnTo>
                  <a:pt x="3454" y="1058862"/>
                </a:lnTo>
                <a:lnTo>
                  <a:pt x="2336" y="1059332"/>
                </a:lnTo>
                <a:lnTo>
                  <a:pt x="469" y="1061199"/>
                </a:lnTo>
                <a:lnTo>
                  <a:pt x="0" y="1062316"/>
                </a:lnTo>
                <a:lnTo>
                  <a:pt x="0" y="1064945"/>
                </a:lnTo>
                <a:lnTo>
                  <a:pt x="469" y="1066063"/>
                </a:lnTo>
                <a:lnTo>
                  <a:pt x="2336" y="1067930"/>
                </a:lnTo>
                <a:lnTo>
                  <a:pt x="3454" y="1068387"/>
                </a:lnTo>
                <a:lnTo>
                  <a:pt x="6083" y="1068387"/>
                </a:lnTo>
                <a:lnTo>
                  <a:pt x="7200" y="1067930"/>
                </a:lnTo>
                <a:lnTo>
                  <a:pt x="9067" y="1066063"/>
                </a:lnTo>
                <a:lnTo>
                  <a:pt x="9525" y="1064945"/>
                </a:lnTo>
                <a:lnTo>
                  <a:pt x="9525" y="1062316"/>
                </a:lnTo>
                <a:close/>
              </a:path>
              <a:path w="4295775" h="1068704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295775" h="1068704">
                <a:moveTo>
                  <a:pt x="57150" y="1062316"/>
                </a:moveTo>
                <a:lnTo>
                  <a:pt x="56692" y="1061199"/>
                </a:lnTo>
                <a:lnTo>
                  <a:pt x="54825" y="1059332"/>
                </a:lnTo>
                <a:lnTo>
                  <a:pt x="53708" y="1058862"/>
                </a:lnTo>
                <a:lnTo>
                  <a:pt x="51079" y="1058862"/>
                </a:lnTo>
                <a:lnTo>
                  <a:pt x="49961" y="1059332"/>
                </a:lnTo>
                <a:lnTo>
                  <a:pt x="48094" y="1061199"/>
                </a:lnTo>
                <a:lnTo>
                  <a:pt x="47625" y="1062316"/>
                </a:lnTo>
                <a:lnTo>
                  <a:pt x="47625" y="1064945"/>
                </a:lnTo>
                <a:lnTo>
                  <a:pt x="48094" y="1066063"/>
                </a:lnTo>
                <a:lnTo>
                  <a:pt x="49961" y="1067930"/>
                </a:lnTo>
                <a:lnTo>
                  <a:pt x="51079" y="1068387"/>
                </a:lnTo>
                <a:lnTo>
                  <a:pt x="53708" y="1068387"/>
                </a:lnTo>
                <a:lnTo>
                  <a:pt x="54825" y="1067930"/>
                </a:lnTo>
                <a:lnTo>
                  <a:pt x="56692" y="1066063"/>
                </a:lnTo>
                <a:lnTo>
                  <a:pt x="57150" y="1064945"/>
                </a:lnTo>
                <a:lnTo>
                  <a:pt x="57150" y="1062316"/>
                </a:lnTo>
                <a:close/>
              </a:path>
              <a:path w="4295775" h="1068704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295775" h="1068704">
                <a:moveTo>
                  <a:pt x="104775" y="1062316"/>
                </a:moveTo>
                <a:lnTo>
                  <a:pt x="104317" y="1061199"/>
                </a:lnTo>
                <a:lnTo>
                  <a:pt x="102450" y="1059332"/>
                </a:lnTo>
                <a:lnTo>
                  <a:pt x="101333" y="1058862"/>
                </a:lnTo>
                <a:lnTo>
                  <a:pt x="98704" y="1058862"/>
                </a:lnTo>
                <a:lnTo>
                  <a:pt x="97586" y="1059332"/>
                </a:lnTo>
                <a:lnTo>
                  <a:pt x="95719" y="1061199"/>
                </a:lnTo>
                <a:lnTo>
                  <a:pt x="95250" y="1062316"/>
                </a:lnTo>
                <a:lnTo>
                  <a:pt x="95250" y="1064945"/>
                </a:lnTo>
                <a:lnTo>
                  <a:pt x="95719" y="1066063"/>
                </a:lnTo>
                <a:lnTo>
                  <a:pt x="97586" y="1067930"/>
                </a:lnTo>
                <a:lnTo>
                  <a:pt x="98704" y="1068387"/>
                </a:lnTo>
                <a:lnTo>
                  <a:pt x="101333" y="1068387"/>
                </a:lnTo>
                <a:lnTo>
                  <a:pt x="102450" y="1067930"/>
                </a:lnTo>
                <a:lnTo>
                  <a:pt x="104317" y="1066063"/>
                </a:lnTo>
                <a:lnTo>
                  <a:pt x="104775" y="1064945"/>
                </a:lnTo>
                <a:lnTo>
                  <a:pt x="104775" y="1062316"/>
                </a:lnTo>
                <a:close/>
              </a:path>
              <a:path w="4295775" h="1068704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295775" h="1068704">
                <a:moveTo>
                  <a:pt x="152400" y="1062316"/>
                </a:moveTo>
                <a:lnTo>
                  <a:pt x="151942" y="1061199"/>
                </a:lnTo>
                <a:lnTo>
                  <a:pt x="150075" y="1059332"/>
                </a:lnTo>
                <a:lnTo>
                  <a:pt x="148958" y="1058862"/>
                </a:lnTo>
                <a:lnTo>
                  <a:pt x="146329" y="1058862"/>
                </a:lnTo>
                <a:lnTo>
                  <a:pt x="145211" y="1059332"/>
                </a:lnTo>
                <a:lnTo>
                  <a:pt x="143344" y="1061199"/>
                </a:lnTo>
                <a:lnTo>
                  <a:pt x="142875" y="1062316"/>
                </a:lnTo>
                <a:lnTo>
                  <a:pt x="142875" y="1064945"/>
                </a:lnTo>
                <a:lnTo>
                  <a:pt x="143344" y="1066063"/>
                </a:lnTo>
                <a:lnTo>
                  <a:pt x="145211" y="1067930"/>
                </a:lnTo>
                <a:lnTo>
                  <a:pt x="146329" y="1068387"/>
                </a:lnTo>
                <a:lnTo>
                  <a:pt x="148958" y="1068387"/>
                </a:lnTo>
                <a:lnTo>
                  <a:pt x="150075" y="1067930"/>
                </a:lnTo>
                <a:lnTo>
                  <a:pt x="151942" y="1066063"/>
                </a:lnTo>
                <a:lnTo>
                  <a:pt x="152400" y="1064945"/>
                </a:lnTo>
                <a:lnTo>
                  <a:pt x="152400" y="1062316"/>
                </a:lnTo>
                <a:close/>
              </a:path>
              <a:path w="4295775" h="1068704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295775" h="1068704">
                <a:moveTo>
                  <a:pt x="200025" y="1062316"/>
                </a:moveTo>
                <a:lnTo>
                  <a:pt x="199567" y="1061199"/>
                </a:lnTo>
                <a:lnTo>
                  <a:pt x="197700" y="1059332"/>
                </a:lnTo>
                <a:lnTo>
                  <a:pt x="196583" y="1058862"/>
                </a:lnTo>
                <a:lnTo>
                  <a:pt x="193954" y="1058862"/>
                </a:lnTo>
                <a:lnTo>
                  <a:pt x="192836" y="1059332"/>
                </a:lnTo>
                <a:lnTo>
                  <a:pt x="190969" y="1061199"/>
                </a:lnTo>
                <a:lnTo>
                  <a:pt x="190500" y="1062316"/>
                </a:lnTo>
                <a:lnTo>
                  <a:pt x="190500" y="1064945"/>
                </a:lnTo>
                <a:lnTo>
                  <a:pt x="190969" y="1066063"/>
                </a:lnTo>
                <a:lnTo>
                  <a:pt x="192836" y="1067930"/>
                </a:lnTo>
                <a:lnTo>
                  <a:pt x="193954" y="1068387"/>
                </a:lnTo>
                <a:lnTo>
                  <a:pt x="196583" y="1068387"/>
                </a:lnTo>
                <a:lnTo>
                  <a:pt x="197700" y="1067930"/>
                </a:lnTo>
                <a:lnTo>
                  <a:pt x="199567" y="1066063"/>
                </a:lnTo>
                <a:lnTo>
                  <a:pt x="200025" y="1064945"/>
                </a:lnTo>
                <a:lnTo>
                  <a:pt x="200025" y="1062316"/>
                </a:lnTo>
                <a:close/>
              </a:path>
              <a:path w="4295775" h="1068704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295775" h="1068704">
                <a:moveTo>
                  <a:pt x="247650" y="1062316"/>
                </a:moveTo>
                <a:lnTo>
                  <a:pt x="247192" y="1061199"/>
                </a:lnTo>
                <a:lnTo>
                  <a:pt x="245325" y="1059332"/>
                </a:lnTo>
                <a:lnTo>
                  <a:pt x="244208" y="1058862"/>
                </a:lnTo>
                <a:lnTo>
                  <a:pt x="241579" y="1058862"/>
                </a:lnTo>
                <a:lnTo>
                  <a:pt x="240461" y="1059332"/>
                </a:lnTo>
                <a:lnTo>
                  <a:pt x="238594" y="1061199"/>
                </a:lnTo>
                <a:lnTo>
                  <a:pt x="238125" y="1062316"/>
                </a:lnTo>
                <a:lnTo>
                  <a:pt x="238125" y="1064945"/>
                </a:lnTo>
                <a:lnTo>
                  <a:pt x="238594" y="1066063"/>
                </a:lnTo>
                <a:lnTo>
                  <a:pt x="240461" y="1067930"/>
                </a:lnTo>
                <a:lnTo>
                  <a:pt x="241579" y="1068387"/>
                </a:lnTo>
                <a:lnTo>
                  <a:pt x="244208" y="1068387"/>
                </a:lnTo>
                <a:lnTo>
                  <a:pt x="245325" y="1067930"/>
                </a:lnTo>
                <a:lnTo>
                  <a:pt x="247192" y="1066063"/>
                </a:lnTo>
                <a:lnTo>
                  <a:pt x="247650" y="1064945"/>
                </a:lnTo>
                <a:lnTo>
                  <a:pt x="247650" y="1062316"/>
                </a:lnTo>
                <a:close/>
              </a:path>
              <a:path w="4295775" h="1068704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295775" h="1068704">
                <a:moveTo>
                  <a:pt x="295275" y="1062316"/>
                </a:moveTo>
                <a:lnTo>
                  <a:pt x="294817" y="1061199"/>
                </a:lnTo>
                <a:lnTo>
                  <a:pt x="292950" y="1059332"/>
                </a:lnTo>
                <a:lnTo>
                  <a:pt x="291833" y="1058862"/>
                </a:lnTo>
                <a:lnTo>
                  <a:pt x="289204" y="1058862"/>
                </a:lnTo>
                <a:lnTo>
                  <a:pt x="288086" y="1059332"/>
                </a:lnTo>
                <a:lnTo>
                  <a:pt x="286219" y="1061199"/>
                </a:lnTo>
                <a:lnTo>
                  <a:pt x="285750" y="1062316"/>
                </a:lnTo>
                <a:lnTo>
                  <a:pt x="285750" y="1064945"/>
                </a:lnTo>
                <a:lnTo>
                  <a:pt x="286219" y="1066063"/>
                </a:lnTo>
                <a:lnTo>
                  <a:pt x="288086" y="1067930"/>
                </a:lnTo>
                <a:lnTo>
                  <a:pt x="289204" y="1068387"/>
                </a:lnTo>
                <a:lnTo>
                  <a:pt x="291833" y="1068387"/>
                </a:lnTo>
                <a:lnTo>
                  <a:pt x="292950" y="1067930"/>
                </a:lnTo>
                <a:lnTo>
                  <a:pt x="294817" y="1066063"/>
                </a:lnTo>
                <a:lnTo>
                  <a:pt x="295275" y="1064945"/>
                </a:lnTo>
                <a:lnTo>
                  <a:pt x="295275" y="1062316"/>
                </a:lnTo>
                <a:close/>
              </a:path>
              <a:path w="4295775" h="1068704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295775" h="1068704">
                <a:moveTo>
                  <a:pt x="342900" y="1062316"/>
                </a:moveTo>
                <a:lnTo>
                  <a:pt x="342442" y="1061199"/>
                </a:lnTo>
                <a:lnTo>
                  <a:pt x="340575" y="1059332"/>
                </a:lnTo>
                <a:lnTo>
                  <a:pt x="339458" y="1058862"/>
                </a:lnTo>
                <a:lnTo>
                  <a:pt x="336829" y="1058862"/>
                </a:lnTo>
                <a:lnTo>
                  <a:pt x="335711" y="1059332"/>
                </a:lnTo>
                <a:lnTo>
                  <a:pt x="333844" y="1061199"/>
                </a:lnTo>
                <a:lnTo>
                  <a:pt x="333375" y="1062316"/>
                </a:lnTo>
                <a:lnTo>
                  <a:pt x="333375" y="1064945"/>
                </a:lnTo>
                <a:lnTo>
                  <a:pt x="333844" y="1066063"/>
                </a:lnTo>
                <a:lnTo>
                  <a:pt x="335711" y="1067930"/>
                </a:lnTo>
                <a:lnTo>
                  <a:pt x="336829" y="1068387"/>
                </a:lnTo>
                <a:lnTo>
                  <a:pt x="339458" y="1068387"/>
                </a:lnTo>
                <a:lnTo>
                  <a:pt x="340575" y="1067930"/>
                </a:lnTo>
                <a:lnTo>
                  <a:pt x="342442" y="1066063"/>
                </a:lnTo>
                <a:lnTo>
                  <a:pt x="342900" y="1064945"/>
                </a:lnTo>
                <a:lnTo>
                  <a:pt x="342900" y="1062316"/>
                </a:lnTo>
                <a:close/>
              </a:path>
              <a:path w="4295775" h="1068704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295775" h="1068704">
                <a:moveTo>
                  <a:pt x="390525" y="1062316"/>
                </a:moveTo>
                <a:lnTo>
                  <a:pt x="390067" y="1061199"/>
                </a:lnTo>
                <a:lnTo>
                  <a:pt x="388200" y="1059332"/>
                </a:lnTo>
                <a:lnTo>
                  <a:pt x="387083" y="1058862"/>
                </a:lnTo>
                <a:lnTo>
                  <a:pt x="384454" y="1058862"/>
                </a:lnTo>
                <a:lnTo>
                  <a:pt x="383336" y="1059332"/>
                </a:lnTo>
                <a:lnTo>
                  <a:pt x="381469" y="1061199"/>
                </a:lnTo>
                <a:lnTo>
                  <a:pt x="381000" y="1062316"/>
                </a:lnTo>
                <a:lnTo>
                  <a:pt x="381000" y="1064945"/>
                </a:lnTo>
                <a:lnTo>
                  <a:pt x="381469" y="1066063"/>
                </a:lnTo>
                <a:lnTo>
                  <a:pt x="383336" y="1067930"/>
                </a:lnTo>
                <a:lnTo>
                  <a:pt x="384454" y="1068387"/>
                </a:lnTo>
                <a:lnTo>
                  <a:pt x="387083" y="1068387"/>
                </a:lnTo>
                <a:lnTo>
                  <a:pt x="388200" y="1067930"/>
                </a:lnTo>
                <a:lnTo>
                  <a:pt x="390067" y="1066063"/>
                </a:lnTo>
                <a:lnTo>
                  <a:pt x="390525" y="1064945"/>
                </a:lnTo>
                <a:lnTo>
                  <a:pt x="390525" y="1062316"/>
                </a:lnTo>
                <a:close/>
              </a:path>
              <a:path w="4295775" h="1068704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295775" h="1068704">
                <a:moveTo>
                  <a:pt x="438150" y="1062316"/>
                </a:moveTo>
                <a:lnTo>
                  <a:pt x="437692" y="1061199"/>
                </a:lnTo>
                <a:lnTo>
                  <a:pt x="435825" y="1059332"/>
                </a:lnTo>
                <a:lnTo>
                  <a:pt x="434708" y="1058862"/>
                </a:lnTo>
                <a:lnTo>
                  <a:pt x="432079" y="1058862"/>
                </a:lnTo>
                <a:lnTo>
                  <a:pt x="430961" y="1059332"/>
                </a:lnTo>
                <a:lnTo>
                  <a:pt x="429094" y="1061199"/>
                </a:lnTo>
                <a:lnTo>
                  <a:pt x="428625" y="1062316"/>
                </a:lnTo>
                <a:lnTo>
                  <a:pt x="428625" y="1064945"/>
                </a:lnTo>
                <a:lnTo>
                  <a:pt x="429094" y="1066063"/>
                </a:lnTo>
                <a:lnTo>
                  <a:pt x="430961" y="1067930"/>
                </a:lnTo>
                <a:lnTo>
                  <a:pt x="432079" y="1068387"/>
                </a:lnTo>
                <a:lnTo>
                  <a:pt x="434708" y="1068387"/>
                </a:lnTo>
                <a:lnTo>
                  <a:pt x="435825" y="1067930"/>
                </a:lnTo>
                <a:lnTo>
                  <a:pt x="437692" y="1066063"/>
                </a:lnTo>
                <a:lnTo>
                  <a:pt x="438150" y="1064945"/>
                </a:lnTo>
                <a:lnTo>
                  <a:pt x="438150" y="1062316"/>
                </a:lnTo>
                <a:close/>
              </a:path>
              <a:path w="4295775" h="1068704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295775" h="1068704">
                <a:moveTo>
                  <a:pt x="485775" y="1062316"/>
                </a:moveTo>
                <a:lnTo>
                  <a:pt x="485317" y="1061199"/>
                </a:lnTo>
                <a:lnTo>
                  <a:pt x="483450" y="1059332"/>
                </a:lnTo>
                <a:lnTo>
                  <a:pt x="482333" y="1058862"/>
                </a:lnTo>
                <a:lnTo>
                  <a:pt x="479704" y="1058862"/>
                </a:lnTo>
                <a:lnTo>
                  <a:pt x="478586" y="1059332"/>
                </a:lnTo>
                <a:lnTo>
                  <a:pt x="476719" y="1061199"/>
                </a:lnTo>
                <a:lnTo>
                  <a:pt x="476250" y="1062316"/>
                </a:lnTo>
                <a:lnTo>
                  <a:pt x="476250" y="1064945"/>
                </a:lnTo>
                <a:lnTo>
                  <a:pt x="476719" y="1066063"/>
                </a:lnTo>
                <a:lnTo>
                  <a:pt x="478586" y="1067930"/>
                </a:lnTo>
                <a:lnTo>
                  <a:pt x="479704" y="1068387"/>
                </a:lnTo>
                <a:lnTo>
                  <a:pt x="482333" y="1068387"/>
                </a:lnTo>
                <a:lnTo>
                  <a:pt x="483450" y="1067930"/>
                </a:lnTo>
                <a:lnTo>
                  <a:pt x="485317" y="1066063"/>
                </a:lnTo>
                <a:lnTo>
                  <a:pt x="485775" y="1064945"/>
                </a:lnTo>
                <a:lnTo>
                  <a:pt x="485775" y="1062316"/>
                </a:lnTo>
                <a:close/>
              </a:path>
              <a:path w="4295775" h="1068704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295775" h="1068704">
                <a:moveTo>
                  <a:pt x="533400" y="1062316"/>
                </a:moveTo>
                <a:lnTo>
                  <a:pt x="532942" y="1061199"/>
                </a:lnTo>
                <a:lnTo>
                  <a:pt x="531075" y="1059332"/>
                </a:lnTo>
                <a:lnTo>
                  <a:pt x="529958" y="1058862"/>
                </a:lnTo>
                <a:lnTo>
                  <a:pt x="527329" y="1058862"/>
                </a:lnTo>
                <a:lnTo>
                  <a:pt x="526211" y="1059332"/>
                </a:lnTo>
                <a:lnTo>
                  <a:pt x="524344" y="1061199"/>
                </a:lnTo>
                <a:lnTo>
                  <a:pt x="523875" y="1062316"/>
                </a:lnTo>
                <a:lnTo>
                  <a:pt x="523875" y="1064945"/>
                </a:lnTo>
                <a:lnTo>
                  <a:pt x="524344" y="1066063"/>
                </a:lnTo>
                <a:lnTo>
                  <a:pt x="526211" y="1067930"/>
                </a:lnTo>
                <a:lnTo>
                  <a:pt x="527329" y="1068387"/>
                </a:lnTo>
                <a:lnTo>
                  <a:pt x="529958" y="1068387"/>
                </a:lnTo>
                <a:lnTo>
                  <a:pt x="531075" y="1067930"/>
                </a:lnTo>
                <a:lnTo>
                  <a:pt x="532942" y="1066063"/>
                </a:lnTo>
                <a:lnTo>
                  <a:pt x="533400" y="1064945"/>
                </a:lnTo>
                <a:lnTo>
                  <a:pt x="533400" y="1062316"/>
                </a:lnTo>
                <a:close/>
              </a:path>
              <a:path w="4295775" h="1068704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295775" h="1068704">
                <a:moveTo>
                  <a:pt x="581025" y="1062316"/>
                </a:moveTo>
                <a:lnTo>
                  <a:pt x="580567" y="1061199"/>
                </a:lnTo>
                <a:lnTo>
                  <a:pt x="578700" y="1059332"/>
                </a:lnTo>
                <a:lnTo>
                  <a:pt x="577583" y="1058862"/>
                </a:lnTo>
                <a:lnTo>
                  <a:pt x="574954" y="1058862"/>
                </a:lnTo>
                <a:lnTo>
                  <a:pt x="573836" y="1059332"/>
                </a:lnTo>
                <a:lnTo>
                  <a:pt x="571969" y="1061199"/>
                </a:lnTo>
                <a:lnTo>
                  <a:pt x="571500" y="1062316"/>
                </a:lnTo>
                <a:lnTo>
                  <a:pt x="571500" y="1064945"/>
                </a:lnTo>
                <a:lnTo>
                  <a:pt x="571969" y="1066063"/>
                </a:lnTo>
                <a:lnTo>
                  <a:pt x="573836" y="1067930"/>
                </a:lnTo>
                <a:lnTo>
                  <a:pt x="574954" y="1068387"/>
                </a:lnTo>
                <a:lnTo>
                  <a:pt x="577583" y="1068387"/>
                </a:lnTo>
                <a:lnTo>
                  <a:pt x="578700" y="1067930"/>
                </a:lnTo>
                <a:lnTo>
                  <a:pt x="580567" y="1066063"/>
                </a:lnTo>
                <a:lnTo>
                  <a:pt x="581025" y="1064945"/>
                </a:lnTo>
                <a:lnTo>
                  <a:pt x="581025" y="1062316"/>
                </a:lnTo>
                <a:close/>
              </a:path>
              <a:path w="4295775" h="1068704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295775" h="1068704">
                <a:moveTo>
                  <a:pt x="628650" y="1062316"/>
                </a:moveTo>
                <a:lnTo>
                  <a:pt x="628192" y="1061199"/>
                </a:lnTo>
                <a:lnTo>
                  <a:pt x="626325" y="1059332"/>
                </a:lnTo>
                <a:lnTo>
                  <a:pt x="625208" y="1058862"/>
                </a:lnTo>
                <a:lnTo>
                  <a:pt x="622579" y="1058862"/>
                </a:lnTo>
                <a:lnTo>
                  <a:pt x="621461" y="1059332"/>
                </a:lnTo>
                <a:lnTo>
                  <a:pt x="619594" y="1061199"/>
                </a:lnTo>
                <a:lnTo>
                  <a:pt x="619125" y="1062316"/>
                </a:lnTo>
                <a:lnTo>
                  <a:pt x="619125" y="1064945"/>
                </a:lnTo>
                <a:lnTo>
                  <a:pt x="619594" y="1066063"/>
                </a:lnTo>
                <a:lnTo>
                  <a:pt x="621461" y="1067930"/>
                </a:lnTo>
                <a:lnTo>
                  <a:pt x="622579" y="1068387"/>
                </a:lnTo>
                <a:lnTo>
                  <a:pt x="625208" y="1068387"/>
                </a:lnTo>
                <a:lnTo>
                  <a:pt x="626325" y="1067930"/>
                </a:lnTo>
                <a:lnTo>
                  <a:pt x="628192" y="1066063"/>
                </a:lnTo>
                <a:lnTo>
                  <a:pt x="628650" y="1064945"/>
                </a:lnTo>
                <a:lnTo>
                  <a:pt x="628650" y="1062316"/>
                </a:lnTo>
                <a:close/>
              </a:path>
              <a:path w="4295775" h="1068704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295775" h="1068704">
                <a:moveTo>
                  <a:pt x="676275" y="1062316"/>
                </a:moveTo>
                <a:lnTo>
                  <a:pt x="675817" y="1061199"/>
                </a:lnTo>
                <a:lnTo>
                  <a:pt x="673950" y="1059332"/>
                </a:lnTo>
                <a:lnTo>
                  <a:pt x="672833" y="1058862"/>
                </a:lnTo>
                <a:lnTo>
                  <a:pt x="670204" y="1058862"/>
                </a:lnTo>
                <a:lnTo>
                  <a:pt x="669086" y="1059332"/>
                </a:lnTo>
                <a:lnTo>
                  <a:pt x="667219" y="1061199"/>
                </a:lnTo>
                <a:lnTo>
                  <a:pt x="666750" y="1062316"/>
                </a:lnTo>
                <a:lnTo>
                  <a:pt x="666750" y="1064945"/>
                </a:lnTo>
                <a:lnTo>
                  <a:pt x="667219" y="1066063"/>
                </a:lnTo>
                <a:lnTo>
                  <a:pt x="669086" y="1067930"/>
                </a:lnTo>
                <a:lnTo>
                  <a:pt x="670204" y="1068387"/>
                </a:lnTo>
                <a:lnTo>
                  <a:pt x="672833" y="1068387"/>
                </a:lnTo>
                <a:lnTo>
                  <a:pt x="673950" y="1067930"/>
                </a:lnTo>
                <a:lnTo>
                  <a:pt x="675817" y="1066063"/>
                </a:lnTo>
                <a:lnTo>
                  <a:pt x="676275" y="1064945"/>
                </a:lnTo>
                <a:lnTo>
                  <a:pt x="676275" y="1062316"/>
                </a:lnTo>
                <a:close/>
              </a:path>
              <a:path w="4295775" h="1068704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295775" h="1068704">
                <a:moveTo>
                  <a:pt x="723900" y="1062316"/>
                </a:moveTo>
                <a:lnTo>
                  <a:pt x="723442" y="1061199"/>
                </a:lnTo>
                <a:lnTo>
                  <a:pt x="721575" y="1059332"/>
                </a:lnTo>
                <a:lnTo>
                  <a:pt x="720458" y="1058862"/>
                </a:lnTo>
                <a:lnTo>
                  <a:pt x="717829" y="1058862"/>
                </a:lnTo>
                <a:lnTo>
                  <a:pt x="716711" y="1059332"/>
                </a:lnTo>
                <a:lnTo>
                  <a:pt x="714844" y="1061199"/>
                </a:lnTo>
                <a:lnTo>
                  <a:pt x="714375" y="1062316"/>
                </a:lnTo>
                <a:lnTo>
                  <a:pt x="714375" y="1064945"/>
                </a:lnTo>
                <a:lnTo>
                  <a:pt x="714844" y="1066063"/>
                </a:lnTo>
                <a:lnTo>
                  <a:pt x="716711" y="1067930"/>
                </a:lnTo>
                <a:lnTo>
                  <a:pt x="717829" y="1068387"/>
                </a:lnTo>
                <a:lnTo>
                  <a:pt x="720458" y="1068387"/>
                </a:lnTo>
                <a:lnTo>
                  <a:pt x="721575" y="1067930"/>
                </a:lnTo>
                <a:lnTo>
                  <a:pt x="723442" y="1066063"/>
                </a:lnTo>
                <a:lnTo>
                  <a:pt x="723900" y="1064945"/>
                </a:lnTo>
                <a:lnTo>
                  <a:pt x="723900" y="1062316"/>
                </a:lnTo>
                <a:close/>
              </a:path>
              <a:path w="4295775" h="1068704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295775" h="1068704">
                <a:moveTo>
                  <a:pt x="771525" y="1062316"/>
                </a:moveTo>
                <a:lnTo>
                  <a:pt x="771067" y="1061199"/>
                </a:lnTo>
                <a:lnTo>
                  <a:pt x="769200" y="1059332"/>
                </a:lnTo>
                <a:lnTo>
                  <a:pt x="768083" y="1058862"/>
                </a:lnTo>
                <a:lnTo>
                  <a:pt x="765454" y="1058862"/>
                </a:lnTo>
                <a:lnTo>
                  <a:pt x="764336" y="1059332"/>
                </a:lnTo>
                <a:lnTo>
                  <a:pt x="762469" y="1061199"/>
                </a:lnTo>
                <a:lnTo>
                  <a:pt x="762000" y="1062316"/>
                </a:lnTo>
                <a:lnTo>
                  <a:pt x="762000" y="1064945"/>
                </a:lnTo>
                <a:lnTo>
                  <a:pt x="762469" y="1066063"/>
                </a:lnTo>
                <a:lnTo>
                  <a:pt x="764336" y="1067930"/>
                </a:lnTo>
                <a:lnTo>
                  <a:pt x="765454" y="1068387"/>
                </a:lnTo>
                <a:lnTo>
                  <a:pt x="768083" y="1068387"/>
                </a:lnTo>
                <a:lnTo>
                  <a:pt x="769200" y="1067930"/>
                </a:lnTo>
                <a:lnTo>
                  <a:pt x="771067" y="1066063"/>
                </a:lnTo>
                <a:lnTo>
                  <a:pt x="771525" y="1064945"/>
                </a:lnTo>
                <a:lnTo>
                  <a:pt x="771525" y="1062316"/>
                </a:lnTo>
                <a:close/>
              </a:path>
              <a:path w="4295775" h="1068704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295775" h="1068704">
                <a:moveTo>
                  <a:pt x="819150" y="1062316"/>
                </a:moveTo>
                <a:lnTo>
                  <a:pt x="818692" y="1061199"/>
                </a:lnTo>
                <a:lnTo>
                  <a:pt x="816825" y="1059332"/>
                </a:lnTo>
                <a:lnTo>
                  <a:pt x="815708" y="1058862"/>
                </a:lnTo>
                <a:lnTo>
                  <a:pt x="813079" y="1058862"/>
                </a:lnTo>
                <a:lnTo>
                  <a:pt x="811961" y="1059332"/>
                </a:lnTo>
                <a:lnTo>
                  <a:pt x="810094" y="1061199"/>
                </a:lnTo>
                <a:lnTo>
                  <a:pt x="809625" y="1062316"/>
                </a:lnTo>
                <a:lnTo>
                  <a:pt x="809625" y="1064945"/>
                </a:lnTo>
                <a:lnTo>
                  <a:pt x="810094" y="1066063"/>
                </a:lnTo>
                <a:lnTo>
                  <a:pt x="811961" y="1067930"/>
                </a:lnTo>
                <a:lnTo>
                  <a:pt x="813079" y="1068387"/>
                </a:lnTo>
                <a:lnTo>
                  <a:pt x="815708" y="1068387"/>
                </a:lnTo>
                <a:lnTo>
                  <a:pt x="816825" y="1067930"/>
                </a:lnTo>
                <a:lnTo>
                  <a:pt x="818692" y="1066063"/>
                </a:lnTo>
                <a:lnTo>
                  <a:pt x="819150" y="1064945"/>
                </a:lnTo>
                <a:lnTo>
                  <a:pt x="819150" y="1062316"/>
                </a:lnTo>
                <a:close/>
              </a:path>
              <a:path w="4295775" h="1068704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295775" h="1068704">
                <a:moveTo>
                  <a:pt x="866775" y="1062316"/>
                </a:moveTo>
                <a:lnTo>
                  <a:pt x="866317" y="1061199"/>
                </a:lnTo>
                <a:lnTo>
                  <a:pt x="864450" y="1059332"/>
                </a:lnTo>
                <a:lnTo>
                  <a:pt x="863333" y="1058862"/>
                </a:lnTo>
                <a:lnTo>
                  <a:pt x="860704" y="1058862"/>
                </a:lnTo>
                <a:lnTo>
                  <a:pt x="859586" y="1059332"/>
                </a:lnTo>
                <a:lnTo>
                  <a:pt x="857719" y="1061199"/>
                </a:lnTo>
                <a:lnTo>
                  <a:pt x="857250" y="1062316"/>
                </a:lnTo>
                <a:lnTo>
                  <a:pt x="857250" y="1064945"/>
                </a:lnTo>
                <a:lnTo>
                  <a:pt x="857719" y="1066063"/>
                </a:lnTo>
                <a:lnTo>
                  <a:pt x="859586" y="1067930"/>
                </a:lnTo>
                <a:lnTo>
                  <a:pt x="860704" y="1068387"/>
                </a:lnTo>
                <a:lnTo>
                  <a:pt x="863333" y="1068387"/>
                </a:lnTo>
                <a:lnTo>
                  <a:pt x="864450" y="1067930"/>
                </a:lnTo>
                <a:lnTo>
                  <a:pt x="866317" y="1066063"/>
                </a:lnTo>
                <a:lnTo>
                  <a:pt x="866775" y="1064945"/>
                </a:lnTo>
                <a:lnTo>
                  <a:pt x="866775" y="1062316"/>
                </a:lnTo>
                <a:close/>
              </a:path>
              <a:path w="4295775" h="1068704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295775" h="1068704">
                <a:moveTo>
                  <a:pt x="914400" y="1062316"/>
                </a:moveTo>
                <a:lnTo>
                  <a:pt x="913942" y="1061199"/>
                </a:lnTo>
                <a:lnTo>
                  <a:pt x="912075" y="1059332"/>
                </a:lnTo>
                <a:lnTo>
                  <a:pt x="910958" y="1058862"/>
                </a:lnTo>
                <a:lnTo>
                  <a:pt x="908329" y="1058862"/>
                </a:lnTo>
                <a:lnTo>
                  <a:pt x="907211" y="1059332"/>
                </a:lnTo>
                <a:lnTo>
                  <a:pt x="905344" y="1061199"/>
                </a:lnTo>
                <a:lnTo>
                  <a:pt x="904875" y="1062316"/>
                </a:lnTo>
                <a:lnTo>
                  <a:pt x="904875" y="1064945"/>
                </a:lnTo>
                <a:lnTo>
                  <a:pt x="905344" y="1066063"/>
                </a:lnTo>
                <a:lnTo>
                  <a:pt x="907211" y="1067930"/>
                </a:lnTo>
                <a:lnTo>
                  <a:pt x="908329" y="1068387"/>
                </a:lnTo>
                <a:lnTo>
                  <a:pt x="910958" y="1068387"/>
                </a:lnTo>
                <a:lnTo>
                  <a:pt x="912075" y="1067930"/>
                </a:lnTo>
                <a:lnTo>
                  <a:pt x="913942" y="1066063"/>
                </a:lnTo>
                <a:lnTo>
                  <a:pt x="914400" y="1064945"/>
                </a:lnTo>
                <a:lnTo>
                  <a:pt x="914400" y="1062316"/>
                </a:lnTo>
                <a:close/>
              </a:path>
              <a:path w="4295775" h="1068704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295775" h="1068704">
                <a:moveTo>
                  <a:pt x="962025" y="1062316"/>
                </a:moveTo>
                <a:lnTo>
                  <a:pt x="961567" y="1061199"/>
                </a:lnTo>
                <a:lnTo>
                  <a:pt x="959700" y="1059332"/>
                </a:lnTo>
                <a:lnTo>
                  <a:pt x="958583" y="1058862"/>
                </a:lnTo>
                <a:lnTo>
                  <a:pt x="955954" y="1058862"/>
                </a:lnTo>
                <a:lnTo>
                  <a:pt x="954836" y="1059332"/>
                </a:lnTo>
                <a:lnTo>
                  <a:pt x="952969" y="1061199"/>
                </a:lnTo>
                <a:lnTo>
                  <a:pt x="952500" y="1062316"/>
                </a:lnTo>
                <a:lnTo>
                  <a:pt x="952500" y="1064945"/>
                </a:lnTo>
                <a:lnTo>
                  <a:pt x="952969" y="1066063"/>
                </a:lnTo>
                <a:lnTo>
                  <a:pt x="954836" y="1067930"/>
                </a:lnTo>
                <a:lnTo>
                  <a:pt x="955954" y="1068387"/>
                </a:lnTo>
                <a:lnTo>
                  <a:pt x="958583" y="1068387"/>
                </a:lnTo>
                <a:lnTo>
                  <a:pt x="959700" y="1067930"/>
                </a:lnTo>
                <a:lnTo>
                  <a:pt x="961567" y="1066063"/>
                </a:lnTo>
                <a:lnTo>
                  <a:pt x="962025" y="1064945"/>
                </a:lnTo>
                <a:lnTo>
                  <a:pt x="962025" y="1062316"/>
                </a:lnTo>
                <a:close/>
              </a:path>
              <a:path w="4295775" h="1068704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295775" h="1068704">
                <a:moveTo>
                  <a:pt x="1009650" y="1062316"/>
                </a:moveTo>
                <a:lnTo>
                  <a:pt x="1009192" y="1061199"/>
                </a:lnTo>
                <a:lnTo>
                  <a:pt x="1007325" y="1059332"/>
                </a:lnTo>
                <a:lnTo>
                  <a:pt x="1006208" y="1058862"/>
                </a:lnTo>
                <a:lnTo>
                  <a:pt x="1003579" y="1058862"/>
                </a:lnTo>
                <a:lnTo>
                  <a:pt x="1002461" y="1059332"/>
                </a:lnTo>
                <a:lnTo>
                  <a:pt x="1000594" y="1061199"/>
                </a:lnTo>
                <a:lnTo>
                  <a:pt x="1000125" y="1062316"/>
                </a:lnTo>
                <a:lnTo>
                  <a:pt x="1000125" y="1064945"/>
                </a:lnTo>
                <a:lnTo>
                  <a:pt x="1000594" y="1066063"/>
                </a:lnTo>
                <a:lnTo>
                  <a:pt x="1002461" y="1067930"/>
                </a:lnTo>
                <a:lnTo>
                  <a:pt x="1003579" y="1068387"/>
                </a:lnTo>
                <a:lnTo>
                  <a:pt x="1006208" y="1068387"/>
                </a:lnTo>
                <a:lnTo>
                  <a:pt x="1007325" y="1067930"/>
                </a:lnTo>
                <a:lnTo>
                  <a:pt x="1009192" y="1066063"/>
                </a:lnTo>
                <a:lnTo>
                  <a:pt x="1009650" y="1064945"/>
                </a:lnTo>
                <a:lnTo>
                  <a:pt x="1009650" y="1062316"/>
                </a:lnTo>
                <a:close/>
              </a:path>
              <a:path w="4295775" h="1068704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295775" h="1068704">
                <a:moveTo>
                  <a:pt x="1057275" y="1062316"/>
                </a:moveTo>
                <a:lnTo>
                  <a:pt x="1056817" y="1061199"/>
                </a:lnTo>
                <a:lnTo>
                  <a:pt x="1054950" y="1059332"/>
                </a:lnTo>
                <a:lnTo>
                  <a:pt x="1053833" y="1058862"/>
                </a:lnTo>
                <a:lnTo>
                  <a:pt x="1051204" y="1058862"/>
                </a:lnTo>
                <a:lnTo>
                  <a:pt x="1050086" y="1059332"/>
                </a:lnTo>
                <a:lnTo>
                  <a:pt x="1048219" y="1061199"/>
                </a:lnTo>
                <a:lnTo>
                  <a:pt x="1047750" y="1062316"/>
                </a:lnTo>
                <a:lnTo>
                  <a:pt x="1047750" y="1064945"/>
                </a:lnTo>
                <a:lnTo>
                  <a:pt x="1048219" y="1066063"/>
                </a:lnTo>
                <a:lnTo>
                  <a:pt x="1050086" y="1067930"/>
                </a:lnTo>
                <a:lnTo>
                  <a:pt x="1051204" y="1068387"/>
                </a:lnTo>
                <a:lnTo>
                  <a:pt x="1053833" y="1068387"/>
                </a:lnTo>
                <a:lnTo>
                  <a:pt x="1054950" y="1067930"/>
                </a:lnTo>
                <a:lnTo>
                  <a:pt x="1056817" y="1066063"/>
                </a:lnTo>
                <a:lnTo>
                  <a:pt x="1057275" y="1064945"/>
                </a:lnTo>
                <a:lnTo>
                  <a:pt x="1057275" y="1062316"/>
                </a:lnTo>
                <a:close/>
              </a:path>
              <a:path w="4295775" h="1068704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295775" h="1068704">
                <a:moveTo>
                  <a:pt x="1104900" y="1062316"/>
                </a:moveTo>
                <a:lnTo>
                  <a:pt x="1104442" y="1061199"/>
                </a:lnTo>
                <a:lnTo>
                  <a:pt x="1102575" y="1059332"/>
                </a:lnTo>
                <a:lnTo>
                  <a:pt x="1101458" y="1058862"/>
                </a:lnTo>
                <a:lnTo>
                  <a:pt x="1098829" y="1058862"/>
                </a:lnTo>
                <a:lnTo>
                  <a:pt x="1097711" y="1059332"/>
                </a:lnTo>
                <a:lnTo>
                  <a:pt x="1095844" y="1061199"/>
                </a:lnTo>
                <a:lnTo>
                  <a:pt x="1095375" y="1062316"/>
                </a:lnTo>
                <a:lnTo>
                  <a:pt x="1095375" y="1064945"/>
                </a:lnTo>
                <a:lnTo>
                  <a:pt x="1095844" y="1066063"/>
                </a:lnTo>
                <a:lnTo>
                  <a:pt x="1097711" y="1067930"/>
                </a:lnTo>
                <a:lnTo>
                  <a:pt x="1098829" y="1068387"/>
                </a:lnTo>
                <a:lnTo>
                  <a:pt x="1101458" y="1068387"/>
                </a:lnTo>
                <a:lnTo>
                  <a:pt x="1102575" y="1067930"/>
                </a:lnTo>
                <a:lnTo>
                  <a:pt x="1104442" y="1066063"/>
                </a:lnTo>
                <a:lnTo>
                  <a:pt x="1104900" y="1064945"/>
                </a:lnTo>
                <a:lnTo>
                  <a:pt x="1104900" y="1062316"/>
                </a:lnTo>
                <a:close/>
              </a:path>
              <a:path w="4295775" h="1068704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295775" h="1068704">
                <a:moveTo>
                  <a:pt x="1152525" y="1062316"/>
                </a:moveTo>
                <a:lnTo>
                  <a:pt x="1152067" y="1061199"/>
                </a:lnTo>
                <a:lnTo>
                  <a:pt x="1150200" y="1059332"/>
                </a:lnTo>
                <a:lnTo>
                  <a:pt x="1149083" y="1058862"/>
                </a:lnTo>
                <a:lnTo>
                  <a:pt x="1146454" y="1058862"/>
                </a:lnTo>
                <a:lnTo>
                  <a:pt x="1145336" y="1059332"/>
                </a:lnTo>
                <a:lnTo>
                  <a:pt x="1143469" y="1061199"/>
                </a:lnTo>
                <a:lnTo>
                  <a:pt x="1143000" y="1062316"/>
                </a:lnTo>
                <a:lnTo>
                  <a:pt x="1143000" y="1064945"/>
                </a:lnTo>
                <a:lnTo>
                  <a:pt x="1143469" y="1066063"/>
                </a:lnTo>
                <a:lnTo>
                  <a:pt x="1145336" y="1067930"/>
                </a:lnTo>
                <a:lnTo>
                  <a:pt x="1146454" y="1068387"/>
                </a:lnTo>
                <a:lnTo>
                  <a:pt x="1149083" y="1068387"/>
                </a:lnTo>
                <a:lnTo>
                  <a:pt x="1150200" y="1067930"/>
                </a:lnTo>
                <a:lnTo>
                  <a:pt x="1152067" y="1066063"/>
                </a:lnTo>
                <a:lnTo>
                  <a:pt x="1152525" y="1064945"/>
                </a:lnTo>
                <a:lnTo>
                  <a:pt x="1152525" y="1062316"/>
                </a:lnTo>
                <a:close/>
              </a:path>
              <a:path w="4295775" h="1068704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295775" h="1068704">
                <a:moveTo>
                  <a:pt x="1200150" y="1062316"/>
                </a:moveTo>
                <a:lnTo>
                  <a:pt x="1199692" y="1061199"/>
                </a:lnTo>
                <a:lnTo>
                  <a:pt x="1197825" y="1059332"/>
                </a:lnTo>
                <a:lnTo>
                  <a:pt x="1196708" y="1058862"/>
                </a:lnTo>
                <a:lnTo>
                  <a:pt x="1194079" y="1058862"/>
                </a:lnTo>
                <a:lnTo>
                  <a:pt x="1192961" y="1059332"/>
                </a:lnTo>
                <a:lnTo>
                  <a:pt x="1191094" y="1061199"/>
                </a:lnTo>
                <a:lnTo>
                  <a:pt x="1190625" y="1062316"/>
                </a:lnTo>
                <a:lnTo>
                  <a:pt x="1190625" y="1064945"/>
                </a:lnTo>
                <a:lnTo>
                  <a:pt x="1191094" y="1066063"/>
                </a:lnTo>
                <a:lnTo>
                  <a:pt x="1192961" y="1067930"/>
                </a:lnTo>
                <a:lnTo>
                  <a:pt x="1194079" y="1068387"/>
                </a:lnTo>
                <a:lnTo>
                  <a:pt x="1196708" y="1068387"/>
                </a:lnTo>
                <a:lnTo>
                  <a:pt x="1197825" y="1067930"/>
                </a:lnTo>
                <a:lnTo>
                  <a:pt x="1199692" y="1066063"/>
                </a:lnTo>
                <a:lnTo>
                  <a:pt x="1200150" y="1064945"/>
                </a:lnTo>
                <a:lnTo>
                  <a:pt x="1200150" y="1062316"/>
                </a:lnTo>
                <a:close/>
              </a:path>
              <a:path w="4295775" h="1068704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295775" h="1068704">
                <a:moveTo>
                  <a:pt x="1247775" y="1062316"/>
                </a:moveTo>
                <a:lnTo>
                  <a:pt x="1247317" y="1061199"/>
                </a:lnTo>
                <a:lnTo>
                  <a:pt x="1245450" y="1059332"/>
                </a:lnTo>
                <a:lnTo>
                  <a:pt x="1244333" y="1058862"/>
                </a:lnTo>
                <a:lnTo>
                  <a:pt x="1241704" y="1058862"/>
                </a:lnTo>
                <a:lnTo>
                  <a:pt x="1240586" y="1059332"/>
                </a:lnTo>
                <a:lnTo>
                  <a:pt x="1238719" y="1061199"/>
                </a:lnTo>
                <a:lnTo>
                  <a:pt x="1238250" y="1062316"/>
                </a:lnTo>
                <a:lnTo>
                  <a:pt x="1238250" y="1064945"/>
                </a:lnTo>
                <a:lnTo>
                  <a:pt x="1238719" y="1066063"/>
                </a:lnTo>
                <a:lnTo>
                  <a:pt x="1240586" y="1067930"/>
                </a:lnTo>
                <a:lnTo>
                  <a:pt x="1241704" y="1068387"/>
                </a:lnTo>
                <a:lnTo>
                  <a:pt x="1244333" y="1068387"/>
                </a:lnTo>
                <a:lnTo>
                  <a:pt x="1245450" y="1067930"/>
                </a:lnTo>
                <a:lnTo>
                  <a:pt x="1247317" y="1066063"/>
                </a:lnTo>
                <a:lnTo>
                  <a:pt x="1247775" y="1064945"/>
                </a:lnTo>
                <a:lnTo>
                  <a:pt x="1247775" y="1062316"/>
                </a:lnTo>
                <a:close/>
              </a:path>
              <a:path w="4295775" h="1068704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295775" h="1068704">
                <a:moveTo>
                  <a:pt x="1295400" y="1062316"/>
                </a:moveTo>
                <a:lnTo>
                  <a:pt x="1294942" y="1061199"/>
                </a:lnTo>
                <a:lnTo>
                  <a:pt x="1293075" y="1059332"/>
                </a:lnTo>
                <a:lnTo>
                  <a:pt x="1291958" y="1058862"/>
                </a:lnTo>
                <a:lnTo>
                  <a:pt x="1289329" y="1058862"/>
                </a:lnTo>
                <a:lnTo>
                  <a:pt x="1288211" y="1059332"/>
                </a:lnTo>
                <a:lnTo>
                  <a:pt x="1286344" y="1061199"/>
                </a:lnTo>
                <a:lnTo>
                  <a:pt x="1285875" y="1062316"/>
                </a:lnTo>
                <a:lnTo>
                  <a:pt x="1285875" y="1064945"/>
                </a:lnTo>
                <a:lnTo>
                  <a:pt x="1286344" y="1066063"/>
                </a:lnTo>
                <a:lnTo>
                  <a:pt x="1288211" y="1067930"/>
                </a:lnTo>
                <a:lnTo>
                  <a:pt x="1289329" y="1068387"/>
                </a:lnTo>
                <a:lnTo>
                  <a:pt x="1291958" y="1068387"/>
                </a:lnTo>
                <a:lnTo>
                  <a:pt x="1293075" y="1067930"/>
                </a:lnTo>
                <a:lnTo>
                  <a:pt x="1294942" y="1066063"/>
                </a:lnTo>
                <a:lnTo>
                  <a:pt x="1295400" y="1064945"/>
                </a:lnTo>
                <a:lnTo>
                  <a:pt x="1295400" y="1062316"/>
                </a:lnTo>
                <a:close/>
              </a:path>
              <a:path w="4295775" h="1068704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295775" h="1068704">
                <a:moveTo>
                  <a:pt x="1343025" y="1062316"/>
                </a:moveTo>
                <a:lnTo>
                  <a:pt x="1342567" y="1061199"/>
                </a:lnTo>
                <a:lnTo>
                  <a:pt x="1340700" y="1059332"/>
                </a:lnTo>
                <a:lnTo>
                  <a:pt x="1339583" y="1058862"/>
                </a:lnTo>
                <a:lnTo>
                  <a:pt x="1336954" y="1058862"/>
                </a:lnTo>
                <a:lnTo>
                  <a:pt x="1335836" y="1059332"/>
                </a:lnTo>
                <a:lnTo>
                  <a:pt x="1333969" y="1061199"/>
                </a:lnTo>
                <a:lnTo>
                  <a:pt x="1333500" y="1062316"/>
                </a:lnTo>
                <a:lnTo>
                  <a:pt x="1333500" y="1064945"/>
                </a:lnTo>
                <a:lnTo>
                  <a:pt x="1333969" y="1066063"/>
                </a:lnTo>
                <a:lnTo>
                  <a:pt x="1335836" y="1067930"/>
                </a:lnTo>
                <a:lnTo>
                  <a:pt x="1336954" y="1068387"/>
                </a:lnTo>
                <a:lnTo>
                  <a:pt x="1339583" y="1068387"/>
                </a:lnTo>
                <a:lnTo>
                  <a:pt x="1340700" y="1067930"/>
                </a:lnTo>
                <a:lnTo>
                  <a:pt x="1342567" y="1066063"/>
                </a:lnTo>
                <a:lnTo>
                  <a:pt x="1343025" y="1064945"/>
                </a:lnTo>
                <a:lnTo>
                  <a:pt x="1343025" y="1062316"/>
                </a:lnTo>
                <a:close/>
              </a:path>
              <a:path w="4295775" h="1068704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295775" h="1068704">
                <a:moveTo>
                  <a:pt x="1390650" y="1062316"/>
                </a:moveTo>
                <a:lnTo>
                  <a:pt x="1390192" y="1061199"/>
                </a:lnTo>
                <a:lnTo>
                  <a:pt x="1388325" y="1059332"/>
                </a:lnTo>
                <a:lnTo>
                  <a:pt x="1387208" y="1058862"/>
                </a:lnTo>
                <a:lnTo>
                  <a:pt x="1384579" y="1058862"/>
                </a:lnTo>
                <a:lnTo>
                  <a:pt x="1383461" y="1059332"/>
                </a:lnTo>
                <a:lnTo>
                  <a:pt x="1381594" y="1061199"/>
                </a:lnTo>
                <a:lnTo>
                  <a:pt x="1381125" y="1062316"/>
                </a:lnTo>
                <a:lnTo>
                  <a:pt x="1381125" y="1064945"/>
                </a:lnTo>
                <a:lnTo>
                  <a:pt x="1381594" y="1066063"/>
                </a:lnTo>
                <a:lnTo>
                  <a:pt x="1383461" y="1067930"/>
                </a:lnTo>
                <a:lnTo>
                  <a:pt x="1384579" y="1068387"/>
                </a:lnTo>
                <a:lnTo>
                  <a:pt x="1387208" y="1068387"/>
                </a:lnTo>
                <a:lnTo>
                  <a:pt x="1388325" y="1067930"/>
                </a:lnTo>
                <a:lnTo>
                  <a:pt x="1390192" y="1066063"/>
                </a:lnTo>
                <a:lnTo>
                  <a:pt x="1390650" y="1064945"/>
                </a:lnTo>
                <a:lnTo>
                  <a:pt x="1390650" y="1062316"/>
                </a:lnTo>
                <a:close/>
              </a:path>
              <a:path w="4295775" h="1068704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295775" h="1068704">
                <a:moveTo>
                  <a:pt x="1438275" y="1062316"/>
                </a:moveTo>
                <a:lnTo>
                  <a:pt x="1437817" y="1061199"/>
                </a:lnTo>
                <a:lnTo>
                  <a:pt x="1435950" y="1059332"/>
                </a:lnTo>
                <a:lnTo>
                  <a:pt x="1434833" y="1058862"/>
                </a:lnTo>
                <a:lnTo>
                  <a:pt x="1432204" y="1058862"/>
                </a:lnTo>
                <a:lnTo>
                  <a:pt x="1431086" y="1059332"/>
                </a:lnTo>
                <a:lnTo>
                  <a:pt x="1429219" y="1061199"/>
                </a:lnTo>
                <a:lnTo>
                  <a:pt x="1428750" y="1062316"/>
                </a:lnTo>
                <a:lnTo>
                  <a:pt x="1428750" y="1064945"/>
                </a:lnTo>
                <a:lnTo>
                  <a:pt x="1429219" y="1066063"/>
                </a:lnTo>
                <a:lnTo>
                  <a:pt x="1431086" y="1067930"/>
                </a:lnTo>
                <a:lnTo>
                  <a:pt x="1432204" y="1068387"/>
                </a:lnTo>
                <a:lnTo>
                  <a:pt x="1434833" y="1068387"/>
                </a:lnTo>
                <a:lnTo>
                  <a:pt x="1435950" y="1067930"/>
                </a:lnTo>
                <a:lnTo>
                  <a:pt x="1437817" y="1066063"/>
                </a:lnTo>
                <a:lnTo>
                  <a:pt x="1438275" y="1064945"/>
                </a:lnTo>
                <a:lnTo>
                  <a:pt x="1438275" y="1062316"/>
                </a:lnTo>
                <a:close/>
              </a:path>
              <a:path w="4295775" h="1068704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295775" h="1068704">
                <a:moveTo>
                  <a:pt x="1485900" y="1062316"/>
                </a:moveTo>
                <a:lnTo>
                  <a:pt x="1485442" y="1061199"/>
                </a:lnTo>
                <a:lnTo>
                  <a:pt x="1483575" y="1059332"/>
                </a:lnTo>
                <a:lnTo>
                  <a:pt x="1482458" y="1058862"/>
                </a:lnTo>
                <a:lnTo>
                  <a:pt x="1479829" y="1058862"/>
                </a:lnTo>
                <a:lnTo>
                  <a:pt x="1478711" y="1059332"/>
                </a:lnTo>
                <a:lnTo>
                  <a:pt x="1476844" y="1061199"/>
                </a:lnTo>
                <a:lnTo>
                  <a:pt x="1476375" y="1062316"/>
                </a:lnTo>
                <a:lnTo>
                  <a:pt x="1476375" y="1064945"/>
                </a:lnTo>
                <a:lnTo>
                  <a:pt x="1476844" y="1066063"/>
                </a:lnTo>
                <a:lnTo>
                  <a:pt x="1478711" y="1067930"/>
                </a:lnTo>
                <a:lnTo>
                  <a:pt x="1479829" y="1068387"/>
                </a:lnTo>
                <a:lnTo>
                  <a:pt x="1482458" y="1068387"/>
                </a:lnTo>
                <a:lnTo>
                  <a:pt x="1483575" y="1067930"/>
                </a:lnTo>
                <a:lnTo>
                  <a:pt x="1485442" y="1066063"/>
                </a:lnTo>
                <a:lnTo>
                  <a:pt x="1485900" y="1064945"/>
                </a:lnTo>
                <a:lnTo>
                  <a:pt x="1485900" y="1062316"/>
                </a:lnTo>
                <a:close/>
              </a:path>
              <a:path w="4295775" h="1068704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295775" h="1068704">
                <a:moveTo>
                  <a:pt x="1533525" y="1062316"/>
                </a:moveTo>
                <a:lnTo>
                  <a:pt x="1533067" y="1061199"/>
                </a:lnTo>
                <a:lnTo>
                  <a:pt x="1531200" y="1059332"/>
                </a:lnTo>
                <a:lnTo>
                  <a:pt x="1530083" y="1058862"/>
                </a:lnTo>
                <a:lnTo>
                  <a:pt x="1527454" y="1058862"/>
                </a:lnTo>
                <a:lnTo>
                  <a:pt x="1526336" y="1059332"/>
                </a:lnTo>
                <a:lnTo>
                  <a:pt x="1524469" y="1061199"/>
                </a:lnTo>
                <a:lnTo>
                  <a:pt x="1524000" y="1062316"/>
                </a:lnTo>
                <a:lnTo>
                  <a:pt x="1524000" y="1064945"/>
                </a:lnTo>
                <a:lnTo>
                  <a:pt x="1524469" y="1066063"/>
                </a:lnTo>
                <a:lnTo>
                  <a:pt x="1526336" y="1067930"/>
                </a:lnTo>
                <a:lnTo>
                  <a:pt x="1527454" y="1068387"/>
                </a:lnTo>
                <a:lnTo>
                  <a:pt x="1530083" y="1068387"/>
                </a:lnTo>
                <a:lnTo>
                  <a:pt x="1531200" y="1067930"/>
                </a:lnTo>
                <a:lnTo>
                  <a:pt x="1533067" y="1066063"/>
                </a:lnTo>
                <a:lnTo>
                  <a:pt x="1533525" y="1064945"/>
                </a:lnTo>
                <a:lnTo>
                  <a:pt x="1533525" y="1062316"/>
                </a:lnTo>
                <a:close/>
              </a:path>
              <a:path w="4295775" h="1068704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295775" h="1068704">
                <a:moveTo>
                  <a:pt x="1581150" y="1062316"/>
                </a:moveTo>
                <a:lnTo>
                  <a:pt x="1580692" y="1061199"/>
                </a:lnTo>
                <a:lnTo>
                  <a:pt x="1578825" y="1059332"/>
                </a:lnTo>
                <a:lnTo>
                  <a:pt x="1577708" y="1058862"/>
                </a:lnTo>
                <a:lnTo>
                  <a:pt x="1575079" y="1058862"/>
                </a:lnTo>
                <a:lnTo>
                  <a:pt x="1573961" y="1059332"/>
                </a:lnTo>
                <a:lnTo>
                  <a:pt x="1572094" y="1061199"/>
                </a:lnTo>
                <a:lnTo>
                  <a:pt x="1571625" y="1062316"/>
                </a:lnTo>
                <a:lnTo>
                  <a:pt x="1571625" y="1064945"/>
                </a:lnTo>
                <a:lnTo>
                  <a:pt x="1572094" y="1066063"/>
                </a:lnTo>
                <a:lnTo>
                  <a:pt x="1573961" y="1067930"/>
                </a:lnTo>
                <a:lnTo>
                  <a:pt x="1575079" y="1068387"/>
                </a:lnTo>
                <a:lnTo>
                  <a:pt x="1577708" y="1068387"/>
                </a:lnTo>
                <a:lnTo>
                  <a:pt x="1578825" y="1067930"/>
                </a:lnTo>
                <a:lnTo>
                  <a:pt x="1580692" y="1066063"/>
                </a:lnTo>
                <a:lnTo>
                  <a:pt x="1581150" y="1064945"/>
                </a:lnTo>
                <a:lnTo>
                  <a:pt x="1581150" y="1062316"/>
                </a:lnTo>
                <a:close/>
              </a:path>
              <a:path w="4295775" h="1068704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295775" h="1068704">
                <a:moveTo>
                  <a:pt x="1628775" y="1062316"/>
                </a:moveTo>
                <a:lnTo>
                  <a:pt x="1628317" y="1061199"/>
                </a:lnTo>
                <a:lnTo>
                  <a:pt x="1626450" y="1059332"/>
                </a:lnTo>
                <a:lnTo>
                  <a:pt x="1625333" y="1058862"/>
                </a:lnTo>
                <a:lnTo>
                  <a:pt x="1622704" y="1058862"/>
                </a:lnTo>
                <a:lnTo>
                  <a:pt x="1621586" y="1059332"/>
                </a:lnTo>
                <a:lnTo>
                  <a:pt x="1619719" y="1061199"/>
                </a:lnTo>
                <a:lnTo>
                  <a:pt x="1619250" y="1062316"/>
                </a:lnTo>
                <a:lnTo>
                  <a:pt x="1619250" y="1064945"/>
                </a:lnTo>
                <a:lnTo>
                  <a:pt x="1619719" y="1066063"/>
                </a:lnTo>
                <a:lnTo>
                  <a:pt x="1621586" y="1067930"/>
                </a:lnTo>
                <a:lnTo>
                  <a:pt x="1622704" y="1068387"/>
                </a:lnTo>
                <a:lnTo>
                  <a:pt x="1625333" y="1068387"/>
                </a:lnTo>
                <a:lnTo>
                  <a:pt x="1626450" y="1067930"/>
                </a:lnTo>
                <a:lnTo>
                  <a:pt x="1628317" y="1066063"/>
                </a:lnTo>
                <a:lnTo>
                  <a:pt x="1628775" y="1064945"/>
                </a:lnTo>
                <a:lnTo>
                  <a:pt x="1628775" y="1062316"/>
                </a:lnTo>
                <a:close/>
              </a:path>
              <a:path w="4295775" h="1068704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295775" h="1068704">
                <a:moveTo>
                  <a:pt x="1676400" y="1062316"/>
                </a:moveTo>
                <a:lnTo>
                  <a:pt x="1675942" y="1061199"/>
                </a:lnTo>
                <a:lnTo>
                  <a:pt x="1674075" y="1059332"/>
                </a:lnTo>
                <a:lnTo>
                  <a:pt x="1672958" y="1058862"/>
                </a:lnTo>
                <a:lnTo>
                  <a:pt x="1670329" y="1058862"/>
                </a:lnTo>
                <a:lnTo>
                  <a:pt x="1669211" y="1059332"/>
                </a:lnTo>
                <a:lnTo>
                  <a:pt x="1667344" y="1061199"/>
                </a:lnTo>
                <a:lnTo>
                  <a:pt x="1666875" y="1062316"/>
                </a:lnTo>
                <a:lnTo>
                  <a:pt x="1666875" y="1064945"/>
                </a:lnTo>
                <a:lnTo>
                  <a:pt x="1667344" y="1066063"/>
                </a:lnTo>
                <a:lnTo>
                  <a:pt x="1669211" y="1067930"/>
                </a:lnTo>
                <a:lnTo>
                  <a:pt x="1670329" y="1068387"/>
                </a:lnTo>
                <a:lnTo>
                  <a:pt x="1672958" y="1068387"/>
                </a:lnTo>
                <a:lnTo>
                  <a:pt x="1674075" y="1067930"/>
                </a:lnTo>
                <a:lnTo>
                  <a:pt x="1675942" y="1066063"/>
                </a:lnTo>
                <a:lnTo>
                  <a:pt x="1676400" y="1064945"/>
                </a:lnTo>
                <a:lnTo>
                  <a:pt x="1676400" y="1062316"/>
                </a:lnTo>
                <a:close/>
              </a:path>
              <a:path w="4295775" h="1068704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295775" h="1068704">
                <a:moveTo>
                  <a:pt x="1724025" y="1062316"/>
                </a:moveTo>
                <a:lnTo>
                  <a:pt x="1723567" y="1061199"/>
                </a:lnTo>
                <a:lnTo>
                  <a:pt x="1721700" y="1059332"/>
                </a:lnTo>
                <a:lnTo>
                  <a:pt x="1720583" y="1058862"/>
                </a:lnTo>
                <a:lnTo>
                  <a:pt x="1717954" y="1058862"/>
                </a:lnTo>
                <a:lnTo>
                  <a:pt x="1716836" y="1059332"/>
                </a:lnTo>
                <a:lnTo>
                  <a:pt x="1714969" y="1061199"/>
                </a:lnTo>
                <a:lnTo>
                  <a:pt x="1714500" y="1062316"/>
                </a:lnTo>
                <a:lnTo>
                  <a:pt x="1714500" y="1064945"/>
                </a:lnTo>
                <a:lnTo>
                  <a:pt x="1714969" y="1066063"/>
                </a:lnTo>
                <a:lnTo>
                  <a:pt x="1716836" y="1067930"/>
                </a:lnTo>
                <a:lnTo>
                  <a:pt x="1717954" y="1068387"/>
                </a:lnTo>
                <a:lnTo>
                  <a:pt x="1720583" y="1068387"/>
                </a:lnTo>
                <a:lnTo>
                  <a:pt x="1721700" y="1067930"/>
                </a:lnTo>
                <a:lnTo>
                  <a:pt x="1723567" y="1066063"/>
                </a:lnTo>
                <a:lnTo>
                  <a:pt x="1724025" y="1064945"/>
                </a:lnTo>
                <a:lnTo>
                  <a:pt x="1724025" y="1062316"/>
                </a:lnTo>
                <a:close/>
              </a:path>
              <a:path w="4295775" h="1068704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295775" h="1068704">
                <a:moveTo>
                  <a:pt x="1771650" y="1062316"/>
                </a:moveTo>
                <a:lnTo>
                  <a:pt x="1771192" y="1061199"/>
                </a:lnTo>
                <a:lnTo>
                  <a:pt x="1769325" y="1059332"/>
                </a:lnTo>
                <a:lnTo>
                  <a:pt x="1768208" y="1058862"/>
                </a:lnTo>
                <a:lnTo>
                  <a:pt x="1765579" y="1058862"/>
                </a:lnTo>
                <a:lnTo>
                  <a:pt x="1764461" y="1059332"/>
                </a:lnTo>
                <a:lnTo>
                  <a:pt x="1762594" y="1061199"/>
                </a:lnTo>
                <a:lnTo>
                  <a:pt x="1762125" y="1062316"/>
                </a:lnTo>
                <a:lnTo>
                  <a:pt x="1762125" y="1064945"/>
                </a:lnTo>
                <a:lnTo>
                  <a:pt x="1762594" y="1066063"/>
                </a:lnTo>
                <a:lnTo>
                  <a:pt x="1764461" y="1067930"/>
                </a:lnTo>
                <a:lnTo>
                  <a:pt x="1765579" y="1068387"/>
                </a:lnTo>
                <a:lnTo>
                  <a:pt x="1768208" y="1068387"/>
                </a:lnTo>
                <a:lnTo>
                  <a:pt x="1769325" y="1067930"/>
                </a:lnTo>
                <a:lnTo>
                  <a:pt x="1771192" y="1066063"/>
                </a:lnTo>
                <a:lnTo>
                  <a:pt x="1771650" y="1064945"/>
                </a:lnTo>
                <a:lnTo>
                  <a:pt x="1771650" y="1062316"/>
                </a:lnTo>
                <a:close/>
              </a:path>
              <a:path w="4295775" h="1068704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295775" h="1068704">
                <a:moveTo>
                  <a:pt x="1819275" y="1062316"/>
                </a:moveTo>
                <a:lnTo>
                  <a:pt x="1818817" y="1061199"/>
                </a:lnTo>
                <a:lnTo>
                  <a:pt x="1816950" y="1059332"/>
                </a:lnTo>
                <a:lnTo>
                  <a:pt x="1815833" y="1058862"/>
                </a:lnTo>
                <a:lnTo>
                  <a:pt x="1813204" y="1058862"/>
                </a:lnTo>
                <a:lnTo>
                  <a:pt x="1812086" y="1059332"/>
                </a:lnTo>
                <a:lnTo>
                  <a:pt x="1810219" y="1061199"/>
                </a:lnTo>
                <a:lnTo>
                  <a:pt x="1809750" y="1062316"/>
                </a:lnTo>
                <a:lnTo>
                  <a:pt x="1809750" y="1064945"/>
                </a:lnTo>
                <a:lnTo>
                  <a:pt x="1810219" y="1066063"/>
                </a:lnTo>
                <a:lnTo>
                  <a:pt x="1812086" y="1067930"/>
                </a:lnTo>
                <a:lnTo>
                  <a:pt x="1813204" y="1068387"/>
                </a:lnTo>
                <a:lnTo>
                  <a:pt x="1815833" y="1068387"/>
                </a:lnTo>
                <a:lnTo>
                  <a:pt x="1816950" y="1067930"/>
                </a:lnTo>
                <a:lnTo>
                  <a:pt x="1818817" y="1066063"/>
                </a:lnTo>
                <a:lnTo>
                  <a:pt x="1819275" y="1064945"/>
                </a:lnTo>
                <a:lnTo>
                  <a:pt x="1819275" y="1062316"/>
                </a:lnTo>
                <a:close/>
              </a:path>
              <a:path w="4295775" h="1068704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295775" h="1068704">
                <a:moveTo>
                  <a:pt x="1866900" y="1062316"/>
                </a:moveTo>
                <a:lnTo>
                  <a:pt x="1866442" y="1061199"/>
                </a:lnTo>
                <a:lnTo>
                  <a:pt x="1864575" y="1059332"/>
                </a:lnTo>
                <a:lnTo>
                  <a:pt x="1863458" y="1058862"/>
                </a:lnTo>
                <a:lnTo>
                  <a:pt x="1860829" y="1058862"/>
                </a:lnTo>
                <a:lnTo>
                  <a:pt x="1859711" y="1059332"/>
                </a:lnTo>
                <a:lnTo>
                  <a:pt x="1857844" y="1061199"/>
                </a:lnTo>
                <a:lnTo>
                  <a:pt x="1857375" y="1062316"/>
                </a:lnTo>
                <a:lnTo>
                  <a:pt x="1857375" y="1064945"/>
                </a:lnTo>
                <a:lnTo>
                  <a:pt x="1857844" y="1066063"/>
                </a:lnTo>
                <a:lnTo>
                  <a:pt x="1859711" y="1067930"/>
                </a:lnTo>
                <a:lnTo>
                  <a:pt x="1860829" y="1068387"/>
                </a:lnTo>
                <a:lnTo>
                  <a:pt x="1863458" y="1068387"/>
                </a:lnTo>
                <a:lnTo>
                  <a:pt x="1864575" y="1067930"/>
                </a:lnTo>
                <a:lnTo>
                  <a:pt x="1866442" y="1066063"/>
                </a:lnTo>
                <a:lnTo>
                  <a:pt x="1866900" y="1064945"/>
                </a:lnTo>
                <a:lnTo>
                  <a:pt x="1866900" y="1062316"/>
                </a:lnTo>
                <a:close/>
              </a:path>
              <a:path w="4295775" h="1068704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295775" h="1068704">
                <a:moveTo>
                  <a:pt x="1914525" y="1062316"/>
                </a:moveTo>
                <a:lnTo>
                  <a:pt x="1914067" y="1061199"/>
                </a:lnTo>
                <a:lnTo>
                  <a:pt x="1912200" y="1059332"/>
                </a:lnTo>
                <a:lnTo>
                  <a:pt x="1911083" y="1058862"/>
                </a:lnTo>
                <a:lnTo>
                  <a:pt x="1908454" y="1058862"/>
                </a:lnTo>
                <a:lnTo>
                  <a:pt x="1907336" y="1059332"/>
                </a:lnTo>
                <a:lnTo>
                  <a:pt x="1905469" y="1061199"/>
                </a:lnTo>
                <a:lnTo>
                  <a:pt x="1905000" y="1062316"/>
                </a:lnTo>
                <a:lnTo>
                  <a:pt x="1905000" y="1064945"/>
                </a:lnTo>
                <a:lnTo>
                  <a:pt x="1905469" y="1066063"/>
                </a:lnTo>
                <a:lnTo>
                  <a:pt x="1907336" y="1067930"/>
                </a:lnTo>
                <a:lnTo>
                  <a:pt x="1908454" y="1068387"/>
                </a:lnTo>
                <a:lnTo>
                  <a:pt x="1911083" y="1068387"/>
                </a:lnTo>
                <a:lnTo>
                  <a:pt x="1912200" y="1067930"/>
                </a:lnTo>
                <a:lnTo>
                  <a:pt x="1914067" y="1066063"/>
                </a:lnTo>
                <a:lnTo>
                  <a:pt x="1914525" y="1064945"/>
                </a:lnTo>
                <a:lnTo>
                  <a:pt x="1914525" y="1062316"/>
                </a:lnTo>
                <a:close/>
              </a:path>
              <a:path w="4295775" h="1068704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295775" h="1068704">
                <a:moveTo>
                  <a:pt x="1962150" y="1062316"/>
                </a:moveTo>
                <a:lnTo>
                  <a:pt x="1961692" y="1061199"/>
                </a:lnTo>
                <a:lnTo>
                  <a:pt x="1959825" y="1059332"/>
                </a:lnTo>
                <a:lnTo>
                  <a:pt x="1958708" y="1058862"/>
                </a:lnTo>
                <a:lnTo>
                  <a:pt x="1956079" y="1058862"/>
                </a:lnTo>
                <a:lnTo>
                  <a:pt x="1954961" y="1059332"/>
                </a:lnTo>
                <a:lnTo>
                  <a:pt x="1953094" y="1061199"/>
                </a:lnTo>
                <a:lnTo>
                  <a:pt x="1952625" y="1062316"/>
                </a:lnTo>
                <a:lnTo>
                  <a:pt x="1952625" y="1064945"/>
                </a:lnTo>
                <a:lnTo>
                  <a:pt x="1953094" y="1066063"/>
                </a:lnTo>
                <a:lnTo>
                  <a:pt x="1954961" y="1067930"/>
                </a:lnTo>
                <a:lnTo>
                  <a:pt x="1956079" y="1068387"/>
                </a:lnTo>
                <a:lnTo>
                  <a:pt x="1958708" y="1068387"/>
                </a:lnTo>
                <a:lnTo>
                  <a:pt x="1959825" y="1067930"/>
                </a:lnTo>
                <a:lnTo>
                  <a:pt x="1961692" y="1066063"/>
                </a:lnTo>
                <a:lnTo>
                  <a:pt x="1962150" y="1064945"/>
                </a:lnTo>
                <a:lnTo>
                  <a:pt x="1962150" y="1062316"/>
                </a:lnTo>
                <a:close/>
              </a:path>
              <a:path w="4295775" h="1068704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295775" h="1068704">
                <a:moveTo>
                  <a:pt x="2009775" y="1062316"/>
                </a:moveTo>
                <a:lnTo>
                  <a:pt x="2009317" y="1061199"/>
                </a:lnTo>
                <a:lnTo>
                  <a:pt x="2007450" y="1059332"/>
                </a:lnTo>
                <a:lnTo>
                  <a:pt x="2006333" y="1058862"/>
                </a:lnTo>
                <a:lnTo>
                  <a:pt x="2003704" y="1058862"/>
                </a:lnTo>
                <a:lnTo>
                  <a:pt x="2002586" y="1059332"/>
                </a:lnTo>
                <a:lnTo>
                  <a:pt x="2000719" y="1061199"/>
                </a:lnTo>
                <a:lnTo>
                  <a:pt x="2000250" y="1062316"/>
                </a:lnTo>
                <a:lnTo>
                  <a:pt x="2000250" y="1064945"/>
                </a:lnTo>
                <a:lnTo>
                  <a:pt x="2000719" y="1066063"/>
                </a:lnTo>
                <a:lnTo>
                  <a:pt x="2002586" y="1067930"/>
                </a:lnTo>
                <a:lnTo>
                  <a:pt x="2003704" y="1068387"/>
                </a:lnTo>
                <a:lnTo>
                  <a:pt x="2006333" y="1068387"/>
                </a:lnTo>
                <a:lnTo>
                  <a:pt x="2007450" y="1067930"/>
                </a:lnTo>
                <a:lnTo>
                  <a:pt x="2009317" y="1066063"/>
                </a:lnTo>
                <a:lnTo>
                  <a:pt x="2009775" y="1064945"/>
                </a:lnTo>
                <a:lnTo>
                  <a:pt x="2009775" y="1062316"/>
                </a:lnTo>
                <a:close/>
              </a:path>
              <a:path w="4295775" h="1068704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295775" h="1068704">
                <a:moveTo>
                  <a:pt x="2057400" y="1062316"/>
                </a:moveTo>
                <a:lnTo>
                  <a:pt x="2056942" y="1061199"/>
                </a:lnTo>
                <a:lnTo>
                  <a:pt x="2055075" y="1059332"/>
                </a:lnTo>
                <a:lnTo>
                  <a:pt x="2053958" y="1058862"/>
                </a:lnTo>
                <a:lnTo>
                  <a:pt x="2051329" y="1058862"/>
                </a:lnTo>
                <a:lnTo>
                  <a:pt x="2050211" y="1059332"/>
                </a:lnTo>
                <a:lnTo>
                  <a:pt x="2048344" y="1061199"/>
                </a:lnTo>
                <a:lnTo>
                  <a:pt x="2047875" y="1062316"/>
                </a:lnTo>
                <a:lnTo>
                  <a:pt x="2047875" y="1064945"/>
                </a:lnTo>
                <a:lnTo>
                  <a:pt x="2048344" y="1066063"/>
                </a:lnTo>
                <a:lnTo>
                  <a:pt x="2050211" y="1067930"/>
                </a:lnTo>
                <a:lnTo>
                  <a:pt x="2051329" y="1068387"/>
                </a:lnTo>
                <a:lnTo>
                  <a:pt x="2053958" y="1068387"/>
                </a:lnTo>
                <a:lnTo>
                  <a:pt x="2055075" y="1067930"/>
                </a:lnTo>
                <a:lnTo>
                  <a:pt x="2056942" y="1066063"/>
                </a:lnTo>
                <a:lnTo>
                  <a:pt x="2057400" y="1064945"/>
                </a:lnTo>
                <a:lnTo>
                  <a:pt x="2057400" y="1062316"/>
                </a:lnTo>
                <a:close/>
              </a:path>
              <a:path w="4295775" h="1068704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295775" h="1068704">
                <a:moveTo>
                  <a:pt x="2105025" y="1062316"/>
                </a:moveTo>
                <a:lnTo>
                  <a:pt x="2104567" y="1061199"/>
                </a:lnTo>
                <a:lnTo>
                  <a:pt x="2102700" y="1059332"/>
                </a:lnTo>
                <a:lnTo>
                  <a:pt x="2101583" y="1058862"/>
                </a:lnTo>
                <a:lnTo>
                  <a:pt x="2098954" y="1058862"/>
                </a:lnTo>
                <a:lnTo>
                  <a:pt x="2097836" y="1059332"/>
                </a:lnTo>
                <a:lnTo>
                  <a:pt x="2095969" y="1061199"/>
                </a:lnTo>
                <a:lnTo>
                  <a:pt x="2095500" y="1062316"/>
                </a:lnTo>
                <a:lnTo>
                  <a:pt x="2095500" y="1064945"/>
                </a:lnTo>
                <a:lnTo>
                  <a:pt x="2095969" y="1066063"/>
                </a:lnTo>
                <a:lnTo>
                  <a:pt x="2097836" y="1067930"/>
                </a:lnTo>
                <a:lnTo>
                  <a:pt x="2098954" y="1068387"/>
                </a:lnTo>
                <a:lnTo>
                  <a:pt x="2101583" y="1068387"/>
                </a:lnTo>
                <a:lnTo>
                  <a:pt x="2102700" y="1067930"/>
                </a:lnTo>
                <a:lnTo>
                  <a:pt x="2104567" y="1066063"/>
                </a:lnTo>
                <a:lnTo>
                  <a:pt x="2105025" y="1064945"/>
                </a:lnTo>
                <a:lnTo>
                  <a:pt x="2105025" y="1062316"/>
                </a:lnTo>
                <a:close/>
              </a:path>
              <a:path w="4295775" h="1068704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295775" h="1068704">
                <a:moveTo>
                  <a:pt x="2152650" y="1062316"/>
                </a:moveTo>
                <a:lnTo>
                  <a:pt x="2152192" y="1061199"/>
                </a:lnTo>
                <a:lnTo>
                  <a:pt x="2150326" y="1059332"/>
                </a:lnTo>
                <a:lnTo>
                  <a:pt x="2149208" y="1058862"/>
                </a:lnTo>
                <a:lnTo>
                  <a:pt x="2146579" y="1058862"/>
                </a:lnTo>
                <a:lnTo>
                  <a:pt x="2145461" y="1059332"/>
                </a:lnTo>
                <a:lnTo>
                  <a:pt x="2143595" y="1061199"/>
                </a:lnTo>
                <a:lnTo>
                  <a:pt x="2143125" y="1062316"/>
                </a:lnTo>
                <a:lnTo>
                  <a:pt x="2143125" y="1064945"/>
                </a:lnTo>
                <a:lnTo>
                  <a:pt x="2143595" y="1066063"/>
                </a:lnTo>
                <a:lnTo>
                  <a:pt x="2145461" y="1067930"/>
                </a:lnTo>
                <a:lnTo>
                  <a:pt x="2146579" y="1068387"/>
                </a:lnTo>
                <a:lnTo>
                  <a:pt x="2149208" y="1068387"/>
                </a:lnTo>
                <a:lnTo>
                  <a:pt x="2150326" y="1067930"/>
                </a:lnTo>
                <a:lnTo>
                  <a:pt x="2152192" y="1066063"/>
                </a:lnTo>
                <a:lnTo>
                  <a:pt x="2152650" y="1064945"/>
                </a:lnTo>
                <a:lnTo>
                  <a:pt x="2152650" y="1062316"/>
                </a:lnTo>
                <a:close/>
              </a:path>
              <a:path w="4295775" h="1068704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295775" h="1068704">
                <a:moveTo>
                  <a:pt x="2200275" y="1062316"/>
                </a:moveTo>
                <a:lnTo>
                  <a:pt x="2199817" y="1061199"/>
                </a:lnTo>
                <a:lnTo>
                  <a:pt x="2197951" y="1059332"/>
                </a:lnTo>
                <a:lnTo>
                  <a:pt x="2196833" y="1058862"/>
                </a:lnTo>
                <a:lnTo>
                  <a:pt x="2194204" y="1058862"/>
                </a:lnTo>
                <a:lnTo>
                  <a:pt x="2193086" y="1059332"/>
                </a:lnTo>
                <a:lnTo>
                  <a:pt x="2191220" y="1061199"/>
                </a:lnTo>
                <a:lnTo>
                  <a:pt x="2190750" y="1062316"/>
                </a:lnTo>
                <a:lnTo>
                  <a:pt x="2190750" y="1064945"/>
                </a:lnTo>
                <a:lnTo>
                  <a:pt x="2191220" y="1066063"/>
                </a:lnTo>
                <a:lnTo>
                  <a:pt x="2193086" y="1067930"/>
                </a:lnTo>
                <a:lnTo>
                  <a:pt x="2194204" y="1068387"/>
                </a:lnTo>
                <a:lnTo>
                  <a:pt x="2196833" y="1068387"/>
                </a:lnTo>
                <a:lnTo>
                  <a:pt x="2197951" y="1067930"/>
                </a:lnTo>
                <a:lnTo>
                  <a:pt x="2199817" y="1066063"/>
                </a:lnTo>
                <a:lnTo>
                  <a:pt x="2200275" y="1064945"/>
                </a:lnTo>
                <a:lnTo>
                  <a:pt x="2200275" y="1062316"/>
                </a:lnTo>
                <a:close/>
              </a:path>
              <a:path w="4295775" h="1068704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295775" h="1068704">
                <a:moveTo>
                  <a:pt x="2247900" y="1062316"/>
                </a:moveTo>
                <a:lnTo>
                  <a:pt x="2247442" y="1061199"/>
                </a:lnTo>
                <a:lnTo>
                  <a:pt x="2245576" y="1059332"/>
                </a:lnTo>
                <a:lnTo>
                  <a:pt x="2244458" y="1058862"/>
                </a:lnTo>
                <a:lnTo>
                  <a:pt x="2241829" y="1058862"/>
                </a:lnTo>
                <a:lnTo>
                  <a:pt x="2240711" y="1059332"/>
                </a:lnTo>
                <a:lnTo>
                  <a:pt x="2238845" y="1061199"/>
                </a:lnTo>
                <a:lnTo>
                  <a:pt x="2238375" y="1062316"/>
                </a:lnTo>
                <a:lnTo>
                  <a:pt x="2238375" y="1064945"/>
                </a:lnTo>
                <a:lnTo>
                  <a:pt x="2238845" y="1066063"/>
                </a:lnTo>
                <a:lnTo>
                  <a:pt x="2240711" y="1067930"/>
                </a:lnTo>
                <a:lnTo>
                  <a:pt x="2241829" y="1068387"/>
                </a:lnTo>
                <a:lnTo>
                  <a:pt x="2244458" y="1068387"/>
                </a:lnTo>
                <a:lnTo>
                  <a:pt x="2245576" y="1067930"/>
                </a:lnTo>
                <a:lnTo>
                  <a:pt x="2247442" y="1066063"/>
                </a:lnTo>
                <a:lnTo>
                  <a:pt x="2247900" y="1064945"/>
                </a:lnTo>
                <a:lnTo>
                  <a:pt x="2247900" y="1062316"/>
                </a:lnTo>
                <a:close/>
              </a:path>
              <a:path w="4295775" h="1068704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295775" h="1068704">
                <a:moveTo>
                  <a:pt x="2295525" y="1062316"/>
                </a:moveTo>
                <a:lnTo>
                  <a:pt x="2295067" y="1061199"/>
                </a:lnTo>
                <a:lnTo>
                  <a:pt x="2293201" y="1059332"/>
                </a:lnTo>
                <a:lnTo>
                  <a:pt x="2292083" y="1058862"/>
                </a:lnTo>
                <a:lnTo>
                  <a:pt x="2289454" y="1058862"/>
                </a:lnTo>
                <a:lnTo>
                  <a:pt x="2288336" y="1059332"/>
                </a:lnTo>
                <a:lnTo>
                  <a:pt x="2286470" y="1061199"/>
                </a:lnTo>
                <a:lnTo>
                  <a:pt x="2286000" y="1062316"/>
                </a:lnTo>
                <a:lnTo>
                  <a:pt x="2286000" y="1064945"/>
                </a:lnTo>
                <a:lnTo>
                  <a:pt x="2286470" y="1066063"/>
                </a:lnTo>
                <a:lnTo>
                  <a:pt x="2288336" y="1067930"/>
                </a:lnTo>
                <a:lnTo>
                  <a:pt x="2289454" y="1068387"/>
                </a:lnTo>
                <a:lnTo>
                  <a:pt x="2292083" y="1068387"/>
                </a:lnTo>
                <a:lnTo>
                  <a:pt x="2293201" y="1067930"/>
                </a:lnTo>
                <a:lnTo>
                  <a:pt x="2295067" y="1066063"/>
                </a:lnTo>
                <a:lnTo>
                  <a:pt x="2295525" y="1064945"/>
                </a:lnTo>
                <a:lnTo>
                  <a:pt x="2295525" y="1062316"/>
                </a:lnTo>
                <a:close/>
              </a:path>
              <a:path w="4295775" h="1068704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295775" h="1068704">
                <a:moveTo>
                  <a:pt x="2343150" y="1062316"/>
                </a:moveTo>
                <a:lnTo>
                  <a:pt x="2342692" y="1061199"/>
                </a:lnTo>
                <a:lnTo>
                  <a:pt x="2340826" y="1059332"/>
                </a:lnTo>
                <a:lnTo>
                  <a:pt x="2339708" y="1058862"/>
                </a:lnTo>
                <a:lnTo>
                  <a:pt x="2337079" y="1058862"/>
                </a:lnTo>
                <a:lnTo>
                  <a:pt x="2335961" y="1059332"/>
                </a:lnTo>
                <a:lnTo>
                  <a:pt x="2334095" y="1061199"/>
                </a:lnTo>
                <a:lnTo>
                  <a:pt x="2333625" y="1062316"/>
                </a:lnTo>
                <a:lnTo>
                  <a:pt x="2333625" y="1064945"/>
                </a:lnTo>
                <a:lnTo>
                  <a:pt x="2334095" y="1066063"/>
                </a:lnTo>
                <a:lnTo>
                  <a:pt x="2335961" y="1067930"/>
                </a:lnTo>
                <a:lnTo>
                  <a:pt x="2337079" y="1068387"/>
                </a:lnTo>
                <a:lnTo>
                  <a:pt x="2339708" y="1068387"/>
                </a:lnTo>
                <a:lnTo>
                  <a:pt x="2340826" y="1067930"/>
                </a:lnTo>
                <a:lnTo>
                  <a:pt x="2342692" y="1066063"/>
                </a:lnTo>
                <a:lnTo>
                  <a:pt x="2343150" y="1064945"/>
                </a:lnTo>
                <a:lnTo>
                  <a:pt x="2343150" y="1062316"/>
                </a:lnTo>
                <a:close/>
              </a:path>
              <a:path w="4295775" h="1068704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295775" h="1068704">
                <a:moveTo>
                  <a:pt x="2390775" y="1062316"/>
                </a:moveTo>
                <a:lnTo>
                  <a:pt x="2390317" y="1061199"/>
                </a:lnTo>
                <a:lnTo>
                  <a:pt x="2388451" y="1059332"/>
                </a:lnTo>
                <a:lnTo>
                  <a:pt x="2387333" y="1058862"/>
                </a:lnTo>
                <a:lnTo>
                  <a:pt x="2384704" y="1058862"/>
                </a:lnTo>
                <a:lnTo>
                  <a:pt x="2383586" y="1059332"/>
                </a:lnTo>
                <a:lnTo>
                  <a:pt x="2381720" y="1061199"/>
                </a:lnTo>
                <a:lnTo>
                  <a:pt x="2381250" y="1062316"/>
                </a:lnTo>
                <a:lnTo>
                  <a:pt x="2381250" y="1064945"/>
                </a:lnTo>
                <a:lnTo>
                  <a:pt x="2381720" y="1066063"/>
                </a:lnTo>
                <a:lnTo>
                  <a:pt x="2383586" y="1067930"/>
                </a:lnTo>
                <a:lnTo>
                  <a:pt x="2384704" y="1068387"/>
                </a:lnTo>
                <a:lnTo>
                  <a:pt x="2387333" y="1068387"/>
                </a:lnTo>
                <a:lnTo>
                  <a:pt x="2388451" y="1067930"/>
                </a:lnTo>
                <a:lnTo>
                  <a:pt x="2390317" y="1066063"/>
                </a:lnTo>
                <a:lnTo>
                  <a:pt x="2390775" y="1064945"/>
                </a:lnTo>
                <a:lnTo>
                  <a:pt x="2390775" y="1062316"/>
                </a:lnTo>
                <a:close/>
              </a:path>
              <a:path w="4295775" h="1068704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295775" h="1068704">
                <a:moveTo>
                  <a:pt x="2438400" y="1062316"/>
                </a:moveTo>
                <a:lnTo>
                  <a:pt x="2437942" y="1061199"/>
                </a:lnTo>
                <a:lnTo>
                  <a:pt x="2436076" y="1059332"/>
                </a:lnTo>
                <a:lnTo>
                  <a:pt x="2434958" y="1058862"/>
                </a:lnTo>
                <a:lnTo>
                  <a:pt x="2432329" y="1058862"/>
                </a:lnTo>
                <a:lnTo>
                  <a:pt x="2431211" y="1059332"/>
                </a:lnTo>
                <a:lnTo>
                  <a:pt x="2429345" y="1061199"/>
                </a:lnTo>
                <a:lnTo>
                  <a:pt x="2428875" y="1062316"/>
                </a:lnTo>
                <a:lnTo>
                  <a:pt x="2428875" y="1064945"/>
                </a:lnTo>
                <a:lnTo>
                  <a:pt x="2429345" y="1066063"/>
                </a:lnTo>
                <a:lnTo>
                  <a:pt x="2431211" y="1067930"/>
                </a:lnTo>
                <a:lnTo>
                  <a:pt x="2432329" y="1068387"/>
                </a:lnTo>
                <a:lnTo>
                  <a:pt x="2434958" y="1068387"/>
                </a:lnTo>
                <a:lnTo>
                  <a:pt x="2436076" y="1067930"/>
                </a:lnTo>
                <a:lnTo>
                  <a:pt x="2437942" y="1066063"/>
                </a:lnTo>
                <a:lnTo>
                  <a:pt x="2438400" y="1064945"/>
                </a:lnTo>
                <a:lnTo>
                  <a:pt x="2438400" y="1062316"/>
                </a:lnTo>
                <a:close/>
              </a:path>
              <a:path w="4295775" h="1068704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295775" h="1068704">
                <a:moveTo>
                  <a:pt x="2486025" y="1062316"/>
                </a:moveTo>
                <a:lnTo>
                  <a:pt x="2485567" y="1061199"/>
                </a:lnTo>
                <a:lnTo>
                  <a:pt x="2483701" y="1059332"/>
                </a:lnTo>
                <a:lnTo>
                  <a:pt x="2482583" y="1058862"/>
                </a:lnTo>
                <a:lnTo>
                  <a:pt x="2479954" y="1058862"/>
                </a:lnTo>
                <a:lnTo>
                  <a:pt x="2478836" y="1059332"/>
                </a:lnTo>
                <a:lnTo>
                  <a:pt x="2476970" y="1061199"/>
                </a:lnTo>
                <a:lnTo>
                  <a:pt x="2476500" y="1062316"/>
                </a:lnTo>
                <a:lnTo>
                  <a:pt x="2476500" y="1064945"/>
                </a:lnTo>
                <a:lnTo>
                  <a:pt x="2476970" y="1066063"/>
                </a:lnTo>
                <a:lnTo>
                  <a:pt x="2478836" y="1067930"/>
                </a:lnTo>
                <a:lnTo>
                  <a:pt x="2479954" y="1068387"/>
                </a:lnTo>
                <a:lnTo>
                  <a:pt x="2482583" y="1068387"/>
                </a:lnTo>
                <a:lnTo>
                  <a:pt x="2483701" y="1067930"/>
                </a:lnTo>
                <a:lnTo>
                  <a:pt x="2485567" y="1066063"/>
                </a:lnTo>
                <a:lnTo>
                  <a:pt x="2486025" y="1064945"/>
                </a:lnTo>
                <a:lnTo>
                  <a:pt x="2486025" y="1062316"/>
                </a:lnTo>
                <a:close/>
              </a:path>
              <a:path w="4295775" h="1068704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295775" h="1068704">
                <a:moveTo>
                  <a:pt x="2533650" y="1062316"/>
                </a:moveTo>
                <a:lnTo>
                  <a:pt x="2533192" y="1061199"/>
                </a:lnTo>
                <a:lnTo>
                  <a:pt x="2531326" y="1059332"/>
                </a:lnTo>
                <a:lnTo>
                  <a:pt x="2530208" y="1058862"/>
                </a:lnTo>
                <a:lnTo>
                  <a:pt x="2527579" y="1058862"/>
                </a:lnTo>
                <a:lnTo>
                  <a:pt x="2526461" y="1059332"/>
                </a:lnTo>
                <a:lnTo>
                  <a:pt x="2524595" y="1061199"/>
                </a:lnTo>
                <a:lnTo>
                  <a:pt x="2524125" y="1062316"/>
                </a:lnTo>
                <a:lnTo>
                  <a:pt x="2524125" y="1064945"/>
                </a:lnTo>
                <a:lnTo>
                  <a:pt x="2524595" y="1066063"/>
                </a:lnTo>
                <a:lnTo>
                  <a:pt x="2526461" y="1067930"/>
                </a:lnTo>
                <a:lnTo>
                  <a:pt x="2527579" y="1068387"/>
                </a:lnTo>
                <a:lnTo>
                  <a:pt x="2530208" y="1068387"/>
                </a:lnTo>
                <a:lnTo>
                  <a:pt x="2531326" y="1067930"/>
                </a:lnTo>
                <a:lnTo>
                  <a:pt x="2533192" y="1066063"/>
                </a:lnTo>
                <a:lnTo>
                  <a:pt x="2533650" y="1064945"/>
                </a:lnTo>
                <a:lnTo>
                  <a:pt x="2533650" y="1062316"/>
                </a:lnTo>
                <a:close/>
              </a:path>
              <a:path w="4295775" h="1068704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295775" h="1068704">
                <a:moveTo>
                  <a:pt x="2581275" y="1062316"/>
                </a:moveTo>
                <a:lnTo>
                  <a:pt x="2580817" y="1061199"/>
                </a:lnTo>
                <a:lnTo>
                  <a:pt x="2578951" y="1059332"/>
                </a:lnTo>
                <a:lnTo>
                  <a:pt x="2577833" y="1058862"/>
                </a:lnTo>
                <a:lnTo>
                  <a:pt x="2575204" y="1058862"/>
                </a:lnTo>
                <a:lnTo>
                  <a:pt x="2574086" y="1059332"/>
                </a:lnTo>
                <a:lnTo>
                  <a:pt x="2572220" y="1061199"/>
                </a:lnTo>
                <a:lnTo>
                  <a:pt x="2571750" y="1062316"/>
                </a:lnTo>
                <a:lnTo>
                  <a:pt x="2571750" y="1064945"/>
                </a:lnTo>
                <a:lnTo>
                  <a:pt x="2572220" y="1066063"/>
                </a:lnTo>
                <a:lnTo>
                  <a:pt x="2574086" y="1067930"/>
                </a:lnTo>
                <a:lnTo>
                  <a:pt x="2575204" y="1068387"/>
                </a:lnTo>
                <a:lnTo>
                  <a:pt x="2577833" y="1068387"/>
                </a:lnTo>
                <a:lnTo>
                  <a:pt x="2578951" y="1067930"/>
                </a:lnTo>
                <a:lnTo>
                  <a:pt x="2580817" y="1066063"/>
                </a:lnTo>
                <a:lnTo>
                  <a:pt x="2581275" y="1064945"/>
                </a:lnTo>
                <a:lnTo>
                  <a:pt x="2581275" y="1062316"/>
                </a:lnTo>
                <a:close/>
              </a:path>
              <a:path w="4295775" h="1068704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295775" h="1068704">
                <a:moveTo>
                  <a:pt x="2628900" y="1062316"/>
                </a:moveTo>
                <a:lnTo>
                  <a:pt x="2628442" y="1061199"/>
                </a:lnTo>
                <a:lnTo>
                  <a:pt x="2626576" y="1059332"/>
                </a:lnTo>
                <a:lnTo>
                  <a:pt x="2625458" y="1058862"/>
                </a:lnTo>
                <a:lnTo>
                  <a:pt x="2622829" y="1058862"/>
                </a:lnTo>
                <a:lnTo>
                  <a:pt x="2621711" y="1059332"/>
                </a:lnTo>
                <a:lnTo>
                  <a:pt x="2619845" y="1061199"/>
                </a:lnTo>
                <a:lnTo>
                  <a:pt x="2619375" y="1062316"/>
                </a:lnTo>
                <a:lnTo>
                  <a:pt x="2619375" y="1064945"/>
                </a:lnTo>
                <a:lnTo>
                  <a:pt x="2619845" y="1066063"/>
                </a:lnTo>
                <a:lnTo>
                  <a:pt x="2621711" y="1067930"/>
                </a:lnTo>
                <a:lnTo>
                  <a:pt x="2622829" y="1068387"/>
                </a:lnTo>
                <a:lnTo>
                  <a:pt x="2625458" y="1068387"/>
                </a:lnTo>
                <a:lnTo>
                  <a:pt x="2626576" y="1067930"/>
                </a:lnTo>
                <a:lnTo>
                  <a:pt x="2628442" y="1066063"/>
                </a:lnTo>
                <a:lnTo>
                  <a:pt x="2628900" y="1064945"/>
                </a:lnTo>
                <a:lnTo>
                  <a:pt x="2628900" y="1062316"/>
                </a:lnTo>
                <a:close/>
              </a:path>
              <a:path w="4295775" h="1068704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295775" h="1068704">
                <a:moveTo>
                  <a:pt x="2676525" y="1062316"/>
                </a:moveTo>
                <a:lnTo>
                  <a:pt x="2676067" y="1061199"/>
                </a:lnTo>
                <a:lnTo>
                  <a:pt x="2674201" y="1059332"/>
                </a:lnTo>
                <a:lnTo>
                  <a:pt x="2673083" y="1058862"/>
                </a:lnTo>
                <a:lnTo>
                  <a:pt x="2670454" y="1058862"/>
                </a:lnTo>
                <a:lnTo>
                  <a:pt x="2669336" y="1059332"/>
                </a:lnTo>
                <a:lnTo>
                  <a:pt x="2667470" y="1061199"/>
                </a:lnTo>
                <a:lnTo>
                  <a:pt x="2667000" y="1062316"/>
                </a:lnTo>
                <a:lnTo>
                  <a:pt x="2667000" y="1064945"/>
                </a:lnTo>
                <a:lnTo>
                  <a:pt x="2667470" y="1066063"/>
                </a:lnTo>
                <a:lnTo>
                  <a:pt x="2669336" y="1067930"/>
                </a:lnTo>
                <a:lnTo>
                  <a:pt x="2670454" y="1068387"/>
                </a:lnTo>
                <a:lnTo>
                  <a:pt x="2673083" y="1068387"/>
                </a:lnTo>
                <a:lnTo>
                  <a:pt x="2674201" y="1067930"/>
                </a:lnTo>
                <a:lnTo>
                  <a:pt x="2676067" y="1066063"/>
                </a:lnTo>
                <a:lnTo>
                  <a:pt x="2676525" y="1064945"/>
                </a:lnTo>
                <a:lnTo>
                  <a:pt x="2676525" y="1062316"/>
                </a:lnTo>
                <a:close/>
              </a:path>
              <a:path w="4295775" h="1068704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295775" h="1068704">
                <a:moveTo>
                  <a:pt x="2724150" y="1062316"/>
                </a:moveTo>
                <a:lnTo>
                  <a:pt x="2723692" y="1061199"/>
                </a:lnTo>
                <a:lnTo>
                  <a:pt x="2721826" y="1059332"/>
                </a:lnTo>
                <a:lnTo>
                  <a:pt x="2720708" y="1058862"/>
                </a:lnTo>
                <a:lnTo>
                  <a:pt x="2718079" y="1058862"/>
                </a:lnTo>
                <a:lnTo>
                  <a:pt x="2716961" y="1059332"/>
                </a:lnTo>
                <a:lnTo>
                  <a:pt x="2715095" y="1061199"/>
                </a:lnTo>
                <a:lnTo>
                  <a:pt x="2714625" y="1062316"/>
                </a:lnTo>
                <a:lnTo>
                  <a:pt x="2714625" y="1064945"/>
                </a:lnTo>
                <a:lnTo>
                  <a:pt x="2715095" y="1066063"/>
                </a:lnTo>
                <a:lnTo>
                  <a:pt x="2716961" y="1067930"/>
                </a:lnTo>
                <a:lnTo>
                  <a:pt x="2718079" y="1068387"/>
                </a:lnTo>
                <a:lnTo>
                  <a:pt x="2720708" y="1068387"/>
                </a:lnTo>
                <a:lnTo>
                  <a:pt x="2721826" y="1067930"/>
                </a:lnTo>
                <a:lnTo>
                  <a:pt x="2723692" y="1066063"/>
                </a:lnTo>
                <a:lnTo>
                  <a:pt x="2724150" y="1064945"/>
                </a:lnTo>
                <a:lnTo>
                  <a:pt x="2724150" y="1062316"/>
                </a:lnTo>
                <a:close/>
              </a:path>
              <a:path w="4295775" h="1068704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295775" h="1068704">
                <a:moveTo>
                  <a:pt x="2771775" y="1062316"/>
                </a:moveTo>
                <a:lnTo>
                  <a:pt x="2771317" y="1061199"/>
                </a:lnTo>
                <a:lnTo>
                  <a:pt x="2769451" y="1059332"/>
                </a:lnTo>
                <a:lnTo>
                  <a:pt x="2768333" y="1058862"/>
                </a:lnTo>
                <a:lnTo>
                  <a:pt x="2765704" y="1058862"/>
                </a:lnTo>
                <a:lnTo>
                  <a:pt x="2764586" y="1059332"/>
                </a:lnTo>
                <a:lnTo>
                  <a:pt x="2762720" y="1061199"/>
                </a:lnTo>
                <a:lnTo>
                  <a:pt x="2762250" y="1062316"/>
                </a:lnTo>
                <a:lnTo>
                  <a:pt x="2762250" y="1064945"/>
                </a:lnTo>
                <a:lnTo>
                  <a:pt x="2762720" y="1066063"/>
                </a:lnTo>
                <a:lnTo>
                  <a:pt x="2764586" y="1067930"/>
                </a:lnTo>
                <a:lnTo>
                  <a:pt x="2765704" y="1068387"/>
                </a:lnTo>
                <a:lnTo>
                  <a:pt x="2768333" y="1068387"/>
                </a:lnTo>
                <a:lnTo>
                  <a:pt x="2769451" y="1067930"/>
                </a:lnTo>
                <a:lnTo>
                  <a:pt x="2771317" y="1066063"/>
                </a:lnTo>
                <a:lnTo>
                  <a:pt x="2771775" y="1064945"/>
                </a:lnTo>
                <a:lnTo>
                  <a:pt x="2771775" y="1062316"/>
                </a:lnTo>
                <a:close/>
              </a:path>
              <a:path w="4295775" h="1068704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295775" h="1068704">
                <a:moveTo>
                  <a:pt x="2819400" y="1062316"/>
                </a:moveTo>
                <a:lnTo>
                  <a:pt x="2818942" y="1061199"/>
                </a:lnTo>
                <a:lnTo>
                  <a:pt x="2817076" y="1059332"/>
                </a:lnTo>
                <a:lnTo>
                  <a:pt x="2815958" y="1058862"/>
                </a:lnTo>
                <a:lnTo>
                  <a:pt x="2813329" y="1058862"/>
                </a:lnTo>
                <a:lnTo>
                  <a:pt x="2812211" y="1059332"/>
                </a:lnTo>
                <a:lnTo>
                  <a:pt x="2810345" y="1061199"/>
                </a:lnTo>
                <a:lnTo>
                  <a:pt x="2809875" y="1062316"/>
                </a:lnTo>
                <a:lnTo>
                  <a:pt x="2809875" y="1064945"/>
                </a:lnTo>
                <a:lnTo>
                  <a:pt x="2810345" y="1066063"/>
                </a:lnTo>
                <a:lnTo>
                  <a:pt x="2812211" y="1067930"/>
                </a:lnTo>
                <a:lnTo>
                  <a:pt x="2813329" y="1068387"/>
                </a:lnTo>
                <a:lnTo>
                  <a:pt x="2815958" y="1068387"/>
                </a:lnTo>
                <a:lnTo>
                  <a:pt x="2817076" y="1067930"/>
                </a:lnTo>
                <a:lnTo>
                  <a:pt x="2818942" y="1066063"/>
                </a:lnTo>
                <a:lnTo>
                  <a:pt x="2819400" y="1064945"/>
                </a:lnTo>
                <a:lnTo>
                  <a:pt x="2819400" y="1062316"/>
                </a:lnTo>
                <a:close/>
              </a:path>
              <a:path w="4295775" h="1068704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295775" h="1068704">
                <a:moveTo>
                  <a:pt x="2867025" y="1062316"/>
                </a:moveTo>
                <a:lnTo>
                  <a:pt x="2866567" y="1061199"/>
                </a:lnTo>
                <a:lnTo>
                  <a:pt x="2864701" y="1059332"/>
                </a:lnTo>
                <a:lnTo>
                  <a:pt x="2863583" y="1058862"/>
                </a:lnTo>
                <a:lnTo>
                  <a:pt x="2860954" y="1058862"/>
                </a:lnTo>
                <a:lnTo>
                  <a:pt x="2859836" y="1059332"/>
                </a:lnTo>
                <a:lnTo>
                  <a:pt x="2857970" y="1061199"/>
                </a:lnTo>
                <a:lnTo>
                  <a:pt x="2857500" y="1062316"/>
                </a:lnTo>
                <a:lnTo>
                  <a:pt x="2857500" y="1064945"/>
                </a:lnTo>
                <a:lnTo>
                  <a:pt x="2857970" y="1066063"/>
                </a:lnTo>
                <a:lnTo>
                  <a:pt x="2859836" y="1067930"/>
                </a:lnTo>
                <a:lnTo>
                  <a:pt x="2860954" y="1068387"/>
                </a:lnTo>
                <a:lnTo>
                  <a:pt x="2863583" y="1068387"/>
                </a:lnTo>
                <a:lnTo>
                  <a:pt x="2864701" y="1067930"/>
                </a:lnTo>
                <a:lnTo>
                  <a:pt x="2866567" y="1066063"/>
                </a:lnTo>
                <a:lnTo>
                  <a:pt x="2867025" y="1064945"/>
                </a:lnTo>
                <a:lnTo>
                  <a:pt x="2867025" y="1062316"/>
                </a:lnTo>
                <a:close/>
              </a:path>
              <a:path w="4295775" h="1068704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295775" h="1068704">
                <a:moveTo>
                  <a:pt x="2914650" y="1062316"/>
                </a:moveTo>
                <a:lnTo>
                  <a:pt x="2914192" y="1061199"/>
                </a:lnTo>
                <a:lnTo>
                  <a:pt x="2912326" y="1059332"/>
                </a:lnTo>
                <a:lnTo>
                  <a:pt x="2911208" y="1058862"/>
                </a:lnTo>
                <a:lnTo>
                  <a:pt x="2908579" y="1058862"/>
                </a:lnTo>
                <a:lnTo>
                  <a:pt x="2907461" y="1059332"/>
                </a:lnTo>
                <a:lnTo>
                  <a:pt x="2905595" y="1061199"/>
                </a:lnTo>
                <a:lnTo>
                  <a:pt x="2905125" y="1062316"/>
                </a:lnTo>
                <a:lnTo>
                  <a:pt x="2905125" y="1064945"/>
                </a:lnTo>
                <a:lnTo>
                  <a:pt x="2905595" y="1066063"/>
                </a:lnTo>
                <a:lnTo>
                  <a:pt x="2907461" y="1067930"/>
                </a:lnTo>
                <a:lnTo>
                  <a:pt x="2908579" y="1068387"/>
                </a:lnTo>
                <a:lnTo>
                  <a:pt x="2911208" y="1068387"/>
                </a:lnTo>
                <a:lnTo>
                  <a:pt x="2912326" y="1067930"/>
                </a:lnTo>
                <a:lnTo>
                  <a:pt x="2914192" y="1066063"/>
                </a:lnTo>
                <a:lnTo>
                  <a:pt x="2914650" y="1064945"/>
                </a:lnTo>
                <a:lnTo>
                  <a:pt x="2914650" y="1062316"/>
                </a:lnTo>
                <a:close/>
              </a:path>
              <a:path w="4295775" h="1068704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295775" h="1068704">
                <a:moveTo>
                  <a:pt x="2962275" y="1062316"/>
                </a:moveTo>
                <a:lnTo>
                  <a:pt x="2961817" y="1061199"/>
                </a:lnTo>
                <a:lnTo>
                  <a:pt x="2959951" y="1059332"/>
                </a:lnTo>
                <a:lnTo>
                  <a:pt x="2958833" y="1058862"/>
                </a:lnTo>
                <a:lnTo>
                  <a:pt x="2956204" y="1058862"/>
                </a:lnTo>
                <a:lnTo>
                  <a:pt x="2955086" y="1059332"/>
                </a:lnTo>
                <a:lnTo>
                  <a:pt x="2953220" y="1061199"/>
                </a:lnTo>
                <a:lnTo>
                  <a:pt x="2952750" y="1062316"/>
                </a:lnTo>
                <a:lnTo>
                  <a:pt x="2952750" y="1064945"/>
                </a:lnTo>
                <a:lnTo>
                  <a:pt x="2953220" y="1066063"/>
                </a:lnTo>
                <a:lnTo>
                  <a:pt x="2955086" y="1067930"/>
                </a:lnTo>
                <a:lnTo>
                  <a:pt x="2956204" y="1068387"/>
                </a:lnTo>
                <a:lnTo>
                  <a:pt x="2958833" y="1068387"/>
                </a:lnTo>
                <a:lnTo>
                  <a:pt x="2959951" y="1067930"/>
                </a:lnTo>
                <a:lnTo>
                  <a:pt x="2961817" y="1066063"/>
                </a:lnTo>
                <a:lnTo>
                  <a:pt x="2962275" y="1064945"/>
                </a:lnTo>
                <a:lnTo>
                  <a:pt x="2962275" y="1062316"/>
                </a:lnTo>
                <a:close/>
              </a:path>
              <a:path w="4295775" h="1068704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295775" h="1068704">
                <a:moveTo>
                  <a:pt x="3009900" y="1062316"/>
                </a:moveTo>
                <a:lnTo>
                  <a:pt x="3009442" y="1061199"/>
                </a:lnTo>
                <a:lnTo>
                  <a:pt x="3007576" y="1059332"/>
                </a:lnTo>
                <a:lnTo>
                  <a:pt x="3006458" y="1058862"/>
                </a:lnTo>
                <a:lnTo>
                  <a:pt x="3003829" y="1058862"/>
                </a:lnTo>
                <a:lnTo>
                  <a:pt x="3002711" y="1059332"/>
                </a:lnTo>
                <a:lnTo>
                  <a:pt x="3000845" y="1061199"/>
                </a:lnTo>
                <a:lnTo>
                  <a:pt x="3000375" y="1062316"/>
                </a:lnTo>
                <a:lnTo>
                  <a:pt x="3000375" y="1064945"/>
                </a:lnTo>
                <a:lnTo>
                  <a:pt x="3000845" y="1066063"/>
                </a:lnTo>
                <a:lnTo>
                  <a:pt x="3002711" y="1067930"/>
                </a:lnTo>
                <a:lnTo>
                  <a:pt x="3003829" y="1068387"/>
                </a:lnTo>
                <a:lnTo>
                  <a:pt x="3006458" y="1068387"/>
                </a:lnTo>
                <a:lnTo>
                  <a:pt x="3007576" y="1067930"/>
                </a:lnTo>
                <a:lnTo>
                  <a:pt x="3009442" y="1066063"/>
                </a:lnTo>
                <a:lnTo>
                  <a:pt x="3009900" y="1064945"/>
                </a:lnTo>
                <a:lnTo>
                  <a:pt x="3009900" y="1062316"/>
                </a:lnTo>
                <a:close/>
              </a:path>
              <a:path w="4295775" h="1068704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295775" h="1068704">
                <a:moveTo>
                  <a:pt x="3057525" y="1062316"/>
                </a:moveTo>
                <a:lnTo>
                  <a:pt x="3057067" y="1061199"/>
                </a:lnTo>
                <a:lnTo>
                  <a:pt x="3055201" y="1059332"/>
                </a:lnTo>
                <a:lnTo>
                  <a:pt x="3054083" y="1058862"/>
                </a:lnTo>
                <a:lnTo>
                  <a:pt x="3051454" y="1058862"/>
                </a:lnTo>
                <a:lnTo>
                  <a:pt x="3050336" y="1059332"/>
                </a:lnTo>
                <a:lnTo>
                  <a:pt x="3048470" y="1061199"/>
                </a:lnTo>
                <a:lnTo>
                  <a:pt x="3048000" y="1062316"/>
                </a:lnTo>
                <a:lnTo>
                  <a:pt x="3048000" y="1064945"/>
                </a:lnTo>
                <a:lnTo>
                  <a:pt x="3048470" y="1066063"/>
                </a:lnTo>
                <a:lnTo>
                  <a:pt x="3050336" y="1067930"/>
                </a:lnTo>
                <a:lnTo>
                  <a:pt x="3051454" y="1068387"/>
                </a:lnTo>
                <a:lnTo>
                  <a:pt x="3054083" y="1068387"/>
                </a:lnTo>
                <a:lnTo>
                  <a:pt x="3055201" y="1067930"/>
                </a:lnTo>
                <a:lnTo>
                  <a:pt x="3057067" y="1066063"/>
                </a:lnTo>
                <a:lnTo>
                  <a:pt x="3057525" y="1064945"/>
                </a:lnTo>
                <a:lnTo>
                  <a:pt x="3057525" y="1062316"/>
                </a:lnTo>
                <a:close/>
              </a:path>
              <a:path w="4295775" h="1068704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295775" h="1068704">
                <a:moveTo>
                  <a:pt x="3105150" y="1062316"/>
                </a:moveTo>
                <a:lnTo>
                  <a:pt x="3104692" y="1061199"/>
                </a:lnTo>
                <a:lnTo>
                  <a:pt x="3102826" y="1059332"/>
                </a:lnTo>
                <a:lnTo>
                  <a:pt x="3101708" y="1058862"/>
                </a:lnTo>
                <a:lnTo>
                  <a:pt x="3099079" y="1058862"/>
                </a:lnTo>
                <a:lnTo>
                  <a:pt x="3097961" y="1059332"/>
                </a:lnTo>
                <a:lnTo>
                  <a:pt x="3096095" y="1061199"/>
                </a:lnTo>
                <a:lnTo>
                  <a:pt x="3095625" y="1062316"/>
                </a:lnTo>
                <a:lnTo>
                  <a:pt x="3095625" y="1064945"/>
                </a:lnTo>
                <a:lnTo>
                  <a:pt x="3096095" y="1066063"/>
                </a:lnTo>
                <a:lnTo>
                  <a:pt x="3097961" y="1067930"/>
                </a:lnTo>
                <a:lnTo>
                  <a:pt x="3099079" y="1068387"/>
                </a:lnTo>
                <a:lnTo>
                  <a:pt x="3101708" y="1068387"/>
                </a:lnTo>
                <a:lnTo>
                  <a:pt x="3102826" y="1067930"/>
                </a:lnTo>
                <a:lnTo>
                  <a:pt x="3104692" y="1066063"/>
                </a:lnTo>
                <a:lnTo>
                  <a:pt x="3105150" y="1064945"/>
                </a:lnTo>
                <a:lnTo>
                  <a:pt x="3105150" y="1062316"/>
                </a:lnTo>
                <a:close/>
              </a:path>
              <a:path w="4295775" h="1068704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295775" h="1068704">
                <a:moveTo>
                  <a:pt x="3152775" y="1062316"/>
                </a:moveTo>
                <a:lnTo>
                  <a:pt x="3152317" y="1061199"/>
                </a:lnTo>
                <a:lnTo>
                  <a:pt x="3150451" y="1059332"/>
                </a:lnTo>
                <a:lnTo>
                  <a:pt x="3149333" y="1058862"/>
                </a:lnTo>
                <a:lnTo>
                  <a:pt x="3146704" y="1058862"/>
                </a:lnTo>
                <a:lnTo>
                  <a:pt x="3145586" y="1059332"/>
                </a:lnTo>
                <a:lnTo>
                  <a:pt x="3143720" y="1061199"/>
                </a:lnTo>
                <a:lnTo>
                  <a:pt x="3143250" y="1062316"/>
                </a:lnTo>
                <a:lnTo>
                  <a:pt x="3143250" y="1064945"/>
                </a:lnTo>
                <a:lnTo>
                  <a:pt x="3143720" y="1066063"/>
                </a:lnTo>
                <a:lnTo>
                  <a:pt x="3145586" y="1067930"/>
                </a:lnTo>
                <a:lnTo>
                  <a:pt x="3146704" y="1068387"/>
                </a:lnTo>
                <a:lnTo>
                  <a:pt x="3149333" y="1068387"/>
                </a:lnTo>
                <a:lnTo>
                  <a:pt x="3150451" y="1067930"/>
                </a:lnTo>
                <a:lnTo>
                  <a:pt x="3152317" y="1066063"/>
                </a:lnTo>
                <a:lnTo>
                  <a:pt x="3152775" y="1064945"/>
                </a:lnTo>
                <a:lnTo>
                  <a:pt x="3152775" y="1062316"/>
                </a:lnTo>
                <a:close/>
              </a:path>
              <a:path w="4295775" h="1068704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295775" h="1068704">
                <a:moveTo>
                  <a:pt x="3200400" y="1062316"/>
                </a:moveTo>
                <a:lnTo>
                  <a:pt x="3199942" y="1061199"/>
                </a:lnTo>
                <a:lnTo>
                  <a:pt x="3198076" y="1059332"/>
                </a:lnTo>
                <a:lnTo>
                  <a:pt x="3196958" y="1058862"/>
                </a:lnTo>
                <a:lnTo>
                  <a:pt x="3194329" y="1058862"/>
                </a:lnTo>
                <a:lnTo>
                  <a:pt x="3193211" y="1059332"/>
                </a:lnTo>
                <a:lnTo>
                  <a:pt x="3191345" y="1061199"/>
                </a:lnTo>
                <a:lnTo>
                  <a:pt x="3190875" y="1062316"/>
                </a:lnTo>
                <a:lnTo>
                  <a:pt x="3190875" y="1064945"/>
                </a:lnTo>
                <a:lnTo>
                  <a:pt x="3191345" y="1066063"/>
                </a:lnTo>
                <a:lnTo>
                  <a:pt x="3193211" y="1067930"/>
                </a:lnTo>
                <a:lnTo>
                  <a:pt x="3194329" y="1068387"/>
                </a:lnTo>
                <a:lnTo>
                  <a:pt x="3196958" y="1068387"/>
                </a:lnTo>
                <a:lnTo>
                  <a:pt x="3198076" y="1067930"/>
                </a:lnTo>
                <a:lnTo>
                  <a:pt x="3199942" y="1066063"/>
                </a:lnTo>
                <a:lnTo>
                  <a:pt x="3200400" y="1064945"/>
                </a:lnTo>
                <a:lnTo>
                  <a:pt x="3200400" y="1062316"/>
                </a:lnTo>
                <a:close/>
              </a:path>
              <a:path w="4295775" h="1068704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295775" h="1068704">
                <a:moveTo>
                  <a:pt x="3248025" y="1062316"/>
                </a:moveTo>
                <a:lnTo>
                  <a:pt x="3247567" y="1061199"/>
                </a:lnTo>
                <a:lnTo>
                  <a:pt x="3245701" y="1059332"/>
                </a:lnTo>
                <a:lnTo>
                  <a:pt x="3244583" y="1058862"/>
                </a:lnTo>
                <a:lnTo>
                  <a:pt x="3241954" y="1058862"/>
                </a:lnTo>
                <a:lnTo>
                  <a:pt x="3240836" y="1059332"/>
                </a:lnTo>
                <a:lnTo>
                  <a:pt x="3238970" y="1061199"/>
                </a:lnTo>
                <a:lnTo>
                  <a:pt x="3238500" y="1062316"/>
                </a:lnTo>
                <a:lnTo>
                  <a:pt x="3238500" y="1064945"/>
                </a:lnTo>
                <a:lnTo>
                  <a:pt x="3238970" y="1066063"/>
                </a:lnTo>
                <a:lnTo>
                  <a:pt x="3240836" y="1067930"/>
                </a:lnTo>
                <a:lnTo>
                  <a:pt x="3241954" y="1068387"/>
                </a:lnTo>
                <a:lnTo>
                  <a:pt x="3244583" y="1068387"/>
                </a:lnTo>
                <a:lnTo>
                  <a:pt x="3245701" y="1067930"/>
                </a:lnTo>
                <a:lnTo>
                  <a:pt x="3247567" y="1066063"/>
                </a:lnTo>
                <a:lnTo>
                  <a:pt x="3248025" y="1064945"/>
                </a:lnTo>
                <a:lnTo>
                  <a:pt x="3248025" y="1062316"/>
                </a:lnTo>
                <a:close/>
              </a:path>
              <a:path w="4295775" h="1068704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295775" h="1068704">
                <a:moveTo>
                  <a:pt x="3295650" y="1062316"/>
                </a:moveTo>
                <a:lnTo>
                  <a:pt x="3295192" y="1061199"/>
                </a:lnTo>
                <a:lnTo>
                  <a:pt x="3293326" y="1059332"/>
                </a:lnTo>
                <a:lnTo>
                  <a:pt x="3292208" y="1058862"/>
                </a:lnTo>
                <a:lnTo>
                  <a:pt x="3289579" y="1058862"/>
                </a:lnTo>
                <a:lnTo>
                  <a:pt x="3288461" y="1059332"/>
                </a:lnTo>
                <a:lnTo>
                  <a:pt x="3286595" y="1061199"/>
                </a:lnTo>
                <a:lnTo>
                  <a:pt x="3286125" y="1062316"/>
                </a:lnTo>
                <a:lnTo>
                  <a:pt x="3286125" y="1064945"/>
                </a:lnTo>
                <a:lnTo>
                  <a:pt x="3286595" y="1066063"/>
                </a:lnTo>
                <a:lnTo>
                  <a:pt x="3288461" y="1067930"/>
                </a:lnTo>
                <a:lnTo>
                  <a:pt x="3289579" y="1068387"/>
                </a:lnTo>
                <a:lnTo>
                  <a:pt x="3292208" y="1068387"/>
                </a:lnTo>
                <a:lnTo>
                  <a:pt x="3293326" y="1067930"/>
                </a:lnTo>
                <a:lnTo>
                  <a:pt x="3295192" y="1066063"/>
                </a:lnTo>
                <a:lnTo>
                  <a:pt x="3295650" y="1064945"/>
                </a:lnTo>
                <a:lnTo>
                  <a:pt x="3295650" y="1062316"/>
                </a:lnTo>
                <a:close/>
              </a:path>
              <a:path w="4295775" h="1068704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295775" h="1068704">
                <a:moveTo>
                  <a:pt x="3343275" y="1062316"/>
                </a:moveTo>
                <a:lnTo>
                  <a:pt x="3342817" y="1061199"/>
                </a:lnTo>
                <a:lnTo>
                  <a:pt x="3340951" y="1059332"/>
                </a:lnTo>
                <a:lnTo>
                  <a:pt x="3339833" y="1058862"/>
                </a:lnTo>
                <a:lnTo>
                  <a:pt x="3337204" y="1058862"/>
                </a:lnTo>
                <a:lnTo>
                  <a:pt x="3336074" y="1059332"/>
                </a:lnTo>
                <a:lnTo>
                  <a:pt x="3334220" y="1061199"/>
                </a:lnTo>
                <a:lnTo>
                  <a:pt x="3333750" y="1062316"/>
                </a:lnTo>
                <a:lnTo>
                  <a:pt x="3333750" y="1064945"/>
                </a:lnTo>
                <a:lnTo>
                  <a:pt x="3334220" y="1066063"/>
                </a:lnTo>
                <a:lnTo>
                  <a:pt x="3336074" y="1067930"/>
                </a:lnTo>
                <a:lnTo>
                  <a:pt x="3337204" y="1068387"/>
                </a:lnTo>
                <a:lnTo>
                  <a:pt x="3339833" y="1068387"/>
                </a:lnTo>
                <a:lnTo>
                  <a:pt x="3340951" y="1067930"/>
                </a:lnTo>
                <a:lnTo>
                  <a:pt x="3342817" y="1066063"/>
                </a:lnTo>
                <a:lnTo>
                  <a:pt x="3343275" y="1064945"/>
                </a:lnTo>
                <a:lnTo>
                  <a:pt x="3343275" y="1062316"/>
                </a:lnTo>
                <a:close/>
              </a:path>
              <a:path w="4295775" h="1068704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295775" h="1068704">
                <a:moveTo>
                  <a:pt x="3390900" y="1062316"/>
                </a:moveTo>
                <a:lnTo>
                  <a:pt x="3390442" y="1061199"/>
                </a:lnTo>
                <a:lnTo>
                  <a:pt x="3388576" y="1059332"/>
                </a:lnTo>
                <a:lnTo>
                  <a:pt x="3387458" y="1058862"/>
                </a:lnTo>
                <a:lnTo>
                  <a:pt x="3384829" y="1058862"/>
                </a:lnTo>
                <a:lnTo>
                  <a:pt x="3383699" y="1059332"/>
                </a:lnTo>
                <a:lnTo>
                  <a:pt x="3381845" y="1061199"/>
                </a:lnTo>
                <a:lnTo>
                  <a:pt x="3381375" y="1062316"/>
                </a:lnTo>
                <a:lnTo>
                  <a:pt x="3381375" y="1064945"/>
                </a:lnTo>
                <a:lnTo>
                  <a:pt x="3381845" y="1066063"/>
                </a:lnTo>
                <a:lnTo>
                  <a:pt x="3383699" y="1067930"/>
                </a:lnTo>
                <a:lnTo>
                  <a:pt x="3384829" y="1068387"/>
                </a:lnTo>
                <a:lnTo>
                  <a:pt x="3387458" y="1068387"/>
                </a:lnTo>
                <a:lnTo>
                  <a:pt x="3388576" y="1067930"/>
                </a:lnTo>
                <a:lnTo>
                  <a:pt x="3390442" y="1066063"/>
                </a:lnTo>
                <a:lnTo>
                  <a:pt x="3390900" y="1064945"/>
                </a:lnTo>
                <a:lnTo>
                  <a:pt x="3390900" y="1062316"/>
                </a:lnTo>
                <a:close/>
              </a:path>
              <a:path w="4295775" h="1068704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295775" h="1068704">
                <a:moveTo>
                  <a:pt x="3438525" y="1062316"/>
                </a:moveTo>
                <a:lnTo>
                  <a:pt x="3438067" y="1061199"/>
                </a:lnTo>
                <a:lnTo>
                  <a:pt x="3436201" y="1059332"/>
                </a:lnTo>
                <a:lnTo>
                  <a:pt x="3435083" y="1058862"/>
                </a:lnTo>
                <a:lnTo>
                  <a:pt x="3432454" y="1058862"/>
                </a:lnTo>
                <a:lnTo>
                  <a:pt x="3431336" y="1059332"/>
                </a:lnTo>
                <a:lnTo>
                  <a:pt x="3429470" y="1061199"/>
                </a:lnTo>
                <a:lnTo>
                  <a:pt x="3429000" y="1062316"/>
                </a:lnTo>
                <a:lnTo>
                  <a:pt x="3429000" y="1064945"/>
                </a:lnTo>
                <a:lnTo>
                  <a:pt x="3429470" y="1066063"/>
                </a:lnTo>
                <a:lnTo>
                  <a:pt x="3431336" y="1067930"/>
                </a:lnTo>
                <a:lnTo>
                  <a:pt x="3432454" y="1068387"/>
                </a:lnTo>
                <a:lnTo>
                  <a:pt x="3435083" y="1068387"/>
                </a:lnTo>
                <a:lnTo>
                  <a:pt x="3436201" y="1067930"/>
                </a:lnTo>
                <a:lnTo>
                  <a:pt x="3438067" y="1066063"/>
                </a:lnTo>
                <a:lnTo>
                  <a:pt x="3438525" y="1064945"/>
                </a:lnTo>
                <a:lnTo>
                  <a:pt x="3438525" y="1062316"/>
                </a:lnTo>
                <a:close/>
              </a:path>
              <a:path w="4295775" h="1068704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295775" h="1068704">
                <a:moveTo>
                  <a:pt x="3486150" y="1062316"/>
                </a:moveTo>
                <a:lnTo>
                  <a:pt x="3485692" y="1061199"/>
                </a:lnTo>
                <a:lnTo>
                  <a:pt x="3483826" y="1059332"/>
                </a:lnTo>
                <a:lnTo>
                  <a:pt x="3482708" y="1058862"/>
                </a:lnTo>
                <a:lnTo>
                  <a:pt x="3480079" y="1058862"/>
                </a:lnTo>
                <a:lnTo>
                  <a:pt x="3478961" y="1059332"/>
                </a:lnTo>
                <a:lnTo>
                  <a:pt x="3477095" y="1061199"/>
                </a:lnTo>
                <a:lnTo>
                  <a:pt x="3476625" y="1062316"/>
                </a:lnTo>
                <a:lnTo>
                  <a:pt x="3476625" y="1064945"/>
                </a:lnTo>
                <a:lnTo>
                  <a:pt x="3477095" y="1066063"/>
                </a:lnTo>
                <a:lnTo>
                  <a:pt x="3478961" y="1067930"/>
                </a:lnTo>
                <a:lnTo>
                  <a:pt x="3480079" y="1068387"/>
                </a:lnTo>
                <a:lnTo>
                  <a:pt x="3482708" y="1068387"/>
                </a:lnTo>
                <a:lnTo>
                  <a:pt x="3483826" y="1067930"/>
                </a:lnTo>
                <a:lnTo>
                  <a:pt x="3485692" y="1066063"/>
                </a:lnTo>
                <a:lnTo>
                  <a:pt x="3486150" y="1064945"/>
                </a:lnTo>
                <a:lnTo>
                  <a:pt x="3486150" y="1062316"/>
                </a:lnTo>
                <a:close/>
              </a:path>
              <a:path w="4295775" h="1068704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295775" h="1068704">
                <a:moveTo>
                  <a:pt x="3533775" y="1062316"/>
                </a:moveTo>
                <a:lnTo>
                  <a:pt x="3533317" y="1061199"/>
                </a:lnTo>
                <a:lnTo>
                  <a:pt x="3531451" y="1059332"/>
                </a:lnTo>
                <a:lnTo>
                  <a:pt x="3530333" y="1058862"/>
                </a:lnTo>
                <a:lnTo>
                  <a:pt x="3527704" y="1058862"/>
                </a:lnTo>
                <a:lnTo>
                  <a:pt x="3526586" y="1059332"/>
                </a:lnTo>
                <a:lnTo>
                  <a:pt x="3524720" y="1061199"/>
                </a:lnTo>
                <a:lnTo>
                  <a:pt x="3524250" y="1062316"/>
                </a:lnTo>
                <a:lnTo>
                  <a:pt x="3524250" y="1064945"/>
                </a:lnTo>
                <a:lnTo>
                  <a:pt x="3524720" y="1066063"/>
                </a:lnTo>
                <a:lnTo>
                  <a:pt x="3526586" y="1067930"/>
                </a:lnTo>
                <a:lnTo>
                  <a:pt x="3527704" y="1068387"/>
                </a:lnTo>
                <a:lnTo>
                  <a:pt x="3530333" y="1068387"/>
                </a:lnTo>
                <a:lnTo>
                  <a:pt x="3531451" y="1067930"/>
                </a:lnTo>
                <a:lnTo>
                  <a:pt x="3533317" y="1066063"/>
                </a:lnTo>
                <a:lnTo>
                  <a:pt x="3533775" y="1064945"/>
                </a:lnTo>
                <a:lnTo>
                  <a:pt x="3533775" y="1062316"/>
                </a:lnTo>
                <a:close/>
              </a:path>
              <a:path w="4295775" h="1068704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295775" h="1068704">
                <a:moveTo>
                  <a:pt x="3581400" y="1062316"/>
                </a:moveTo>
                <a:lnTo>
                  <a:pt x="3580942" y="1061199"/>
                </a:lnTo>
                <a:lnTo>
                  <a:pt x="3579076" y="1059332"/>
                </a:lnTo>
                <a:lnTo>
                  <a:pt x="3577958" y="1058862"/>
                </a:lnTo>
                <a:lnTo>
                  <a:pt x="3575329" y="1058862"/>
                </a:lnTo>
                <a:lnTo>
                  <a:pt x="3574211" y="1059332"/>
                </a:lnTo>
                <a:lnTo>
                  <a:pt x="3572345" y="1061199"/>
                </a:lnTo>
                <a:lnTo>
                  <a:pt x="3571875" y="1062316"/>
                </a:lnTo>
                <a:lnTo>
                  <a:pt x="3571875" y="1064945"/>
                </a:lnTo>
                <a:lnTo>
                  <a:pt x="3572345" y="1066063"/>
                </a:lnTo>
                <a:lnTo>
                  <a:pt x="3574211" y="1067930"/>
                </a:lnTo>
                <a:lnTo>
                  <a:pt x="3575329" y="1068387"/>
                </a:lnTo>
                <a:lnTo>
                  <a:pt x="3577958" y="1068387"/>
                </a:lnTo>
                <a:lnTo>
                  <a:pt x="3579076" y="1067930"/>
                </a:lnTo>
                <a:lnTo>
                  <a:pt x="3580942" y="1066063"/>
                </a:lnTo>
                <a:lnTo>
                  <a:pt x="3581400" y="1064945"/>
                </a:lnTo>
                <a:lnTo>
                  <a:pt x="3581400" y="1062316"/>
                </a:lnTo>
                <a:close/>
              </a:path>
              <a:path w="4295775" h="1068704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295775" h="1068704">
                <a:moveTo>
                  <a:pt x="3629025" y="1062316"/>
                </a:moveTo>
                <a:lnTo>
                  <a:pt x="3628567" y="1061199"/>
                </a:lnTo>
                <a:lnTo>
                  <a:pt x="3626701" y="1059332"/>
                </a:lnTo>
                <a:lnTo>
                  <a:pt x="3625583" y="1058862"/>
                </a:lnTo>
                <a:lnTo>
                  <a:pt x="3622954" y="1058862"/>
                </a:lnTo>
                <a:lnTo>
                  <a:pt x="3621836" y="1059332"/>
                </a:lnTo>
                <a:lnTo>
                  <a:pt x="3619970" y="1061199"/>
                </a:lnTo>
                <a:lnTo>
                  <a:pt x="3619500" y="1062316"/>
                </a:lnTo>
                <a:lnTo>
                  <a:pt x="3619500" y="1064945"/>
                </a:lnTo>
                <a:lnTo>
                  <a:pt x="3619970" y="1066063"/>
                </a:lnTo>
                <a:lnTo>
                  <a:pt x="3621836" y="1067930"/>
                </a:lnTo>
                <a:lnTo>
                  <a:pt x="3622954" y="1068387"/>
                </a:lnTo>
                <a:lnTo>
                  <a:pt x="3625583" y="1068387"/>
                </a:lnTo>
                <a:lnTo>
                  <a:pt x="3626701" y="1067930"/>
                </a:lnTo>
                <a:lnTo>
                  <a:pt x="3628567" y="1066063"/>
                </a:lnTo>
                <a:lnTo>
                  <a:pt x="3629025" y="1064945"/>
                </a:lnTo>
                <a:lnTo>
                  <a:pt x="3629025" y="1062316"/>
                </a:lnTo>
                <a:close/>
              </a:path>
              <a:path w="4295775" h="1068704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295775" h="1068704">
                <a:moveTo>
                  <a:pt x="3676650" y="1062316"/>
                </a:moveTo>
                <a:lnTo>
                  <a:pt x="3676192" y="1061199"/>
                </a:lnTo>
                <a:lnTo>
                  <a:pt x="3674326" y="1059332"/>
                </a:lnTo>
                <a:lnTo>
                  <a:pt x="3673208" y="1058862"/>
                </a:lnTo>
                <a:lnTo>
                  <a:pt x="3670579" y="1058862"/>
                </a:lnTo>
                <a:lnTo>
                  <a:pt x="3669461" y="1059332"/>
                </a:lnTo>
                <a:lnTo>
                  <a:pt x="3667595" y="1061199"/>
                </a:lnTo>
                <a:lnTo>
                  <a:pt x="3667125" y="1062316"/>
                </a:lnTo>
                <a:lnTo>
                  <a:pt x="3667125" y="1064945"/>
                </a:lnTo>
                <a:lnTo>
                  <a:pt x="3667595" y="1066063"/>
                </a:lnTo>
                <a:lnTo>
                  <a:pt x="3669461" y="1067930"/>
                </a:lnTo>
                <a:lnTo>
                  <a:pt x="3670579" y="1068387"/>
                </a:lnTo>
                <a:lnTo>
                  <a:pt x="3673208" y="1068387"/>
                </a:lnTo>
                <a:lnTo>
                  <a:pt x="3674326" y="1067930"/>
                </a:lnTo>
                <a:lnTo>
                  <a:pt x="3676192" y="1066063"/>
                </a:lnTo>
                <a:lnTo>
                  <a:pt x="3676650" y="1064945"/>
                </a:lnTo>
                <a:lnTo>
                  <a:pt x="3676650" y="1062316"/>
                </a:lnTo>
                <a:close/>
              </a:path>
              <a:path w="4295775" h="1068704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295775" h="1068704">
                <a:moveTo>
                  <a:pt x="3724275" y="1062316"/>
                </a:moveTo>
                <a:lnTo>
                  <a:pt x="3723817" y="1061199"/>
                </a:lnTo>
                <a:lnTo>
                  <a:pt x="3721951" y="1059332"/>
                </a:lnTo>
                <a:lnTo>
                  <a:pt x="3720833" y="1058862"/>
                </a:lnTo>
                <a:lnTo>
                  <a:pt x="3718204" y="1058862"/>
                </a:lnTo>
                <a:lnTo>
                  <a:pt x="3717086" y="1059332"/>
                </a:lnTo>
                <a:lnTo>
                  <a:pt x="3715220" y="1061199"/>
                </a:lnTo>
                <a:lnTo>
                  <a:pt x="3714750" y="1062316"/>
                </a:lnTo>
                <a:lnTo>
                  <a:pt x="3714750" y="1064945"/>
                </a:lnTo>
                <a:lnTo>
                  <a:pt x="3715220" y="1066063"/>
                </a:lnTo>
                <a:lnTo>
                  <a:pt x="3717086" y="1067930"/>
                </a:lnTo>
                <a:lnTo>
                  <a:pt x="3718204" y="1068387"/>
                </a:lnTo>
                <a:lnTo>
                  <a:pt x="3720833" y="1068387"/>
                </a:lnTo>
                <a:lnTo>
                  <a:pt x="3721951" y="1067930"/>
                </a:lnTo>
                <a:lnTo>
                  <a:pt x="3723817" y="1066063"/>
                </a:lnTo>
                <a:lnTo>
                  <a:pt x="3724275" y="1064945"/>
                </a:lnTo>
                <a:lnTo>
                  <a:pt x="3724275" y="1062316"/>
                </a:lnTo>
                <a:close/>
              </a:path>
              <a:path w="4295775" h="1068704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295775" h="1068704">
                <a:moveTo>
                  <a:pt x="3771900" y="1062316"/>
                </a:moveTo>
                <a:lnTo>
                  <a:pt x="3771442" y="1061199"/>
                </a:lnTo>
                <a:lnTo>
                  <a:pt x="3769576" y="1059332"/>
                </a:lnTo>
                <a:lnTo>
                  <a:pt x="3768458" y="1058862"/>
                </a:lnTo>
                <a:lnTo>
                  <a:pt x="3765829" y="1058862"/>
                </a:lnTo>
                <a:lnTo>
                  <a:pt x="3764711" y="1059332"/>
                </a:lnTo>
                <a:lnTo>
                  <a:pt x="3762845" y="1061199"/>
                </a:lnTo>
                <a:lnTo>
                  <a:pt x="3762375" y="1062316"/>
                </a:lnTo>
                <a:lnTo>
                  <a:pt x="3762375" y="1064945"/>
                </a:lnTo>
                <a:lnTo>
                  <a:pt x="3762845" y="1066063"/>
                </a:lnTo>
                <a:lnTo>
                  <a:pt x="3764711" y="1067930"/>
                </a:lnTo>
                <a:lnTo>
                  <a:pt x="3765829" y="1068387"/>
                </a:lnTo>
                <a:lnTo>
                  <a:pt x="3768458" y="1068387"/>
                </a:lnTo>
                <a:lnTo>
                  <a:pt x="3769576" y="1067930"/>
                </a:lnTo>
                <a:lnTo>
                  <a:pt x="3771442" y="1066063"/>
                </a:lnTo>
                <a:lnTo>
                  <a:pt x="3771900" y="1064945"/>
                </a:lnTo>
                <a:lnTo>
                  <a:pt x="3771900" y="1062316"/>
                </a:lnTo>
                <a:close/>
              </a:path>
              <a:path w="4295775" h="1068704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295775" h="1068704">
                <a:moveTo>
                  <a:pt x="3819525" y="1062316"/>
                </a:moveTo>
                <a:lnTo>
                  <a:pt x="3819067" y="1061199"/>
                </a:lnTo>
                <a:lnTo>
                  <a:pt x="3817201" y="1059332"/>
                </a:lnTo>
                <a:lnTo>
                  <a:pt x="3816083" y="1058862"/>
                </a:lnTo>
                <a:lnTo>
                  <a:pt x="3813454" y="1058862"/>
                </a:lnTo>
                <a:lnTo>
                  <a:pt x="3812336" y="1059332"/>
                </a:lnTo>
                <a:lnTo>
                  <a:pt x="3810470" y="1061199"/>
                </a:lnTo>
                <a:lnTo>
                  <a:pt x="3810000" y="1062316"/>
                </a:lnTo>
                <a:lnTo>
                  <a:pt x="3810000" y="1064945"/>
                </a:lnTo>
                <a:lnTo>
                  <a:pt x="3810470" y="1066063"/>
                </a:lnTo>
                <a:lnTo>
                  <a:pt x="3812336" y="1067930"/>
                </a:lnTo>
                <a:lnTo>
                  <a:pt x="3813454" y="1068387"/>
                </a:lnTo>
                <a:lnTo>
                  <a:pt x="3816083" y="1068387"/>
                </a:lnTo>
                <a:lnTo>
                  <a:pt x="3817201" y="1067930"/>
                </a:lnTo>
                <a:lnTo>
                  <a:pt x="3819067" y="1066063"/>
                </a:lnTo>
                <a:lnTo>
                  <a:pt x="3819525" y="1064945"/>
                </a:lnTo>
                <a:lnTo>
                  <a:pt x="3819525" y="1062316"/>
                </a:lnTo>
                <a:close/>
              </a:path>
              <a:path w="4295775" h="1068704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295775" h="1068704">
                <a:moveTo>
                  <a:pt x="3867150" y="1062316"/>
                </a:moveTo>
                <a:lnTo>
                  <a:pt x="3866692" y="1061199"/>
                </a:lnTo>
                <a:lnTo>
                  <a:pt x="3864826" y="1059332"/>
                </a:lnTo>
                <a:lnTo>
                  <a:pt x="3863708" y="1058862"/>
                </a:lnTo>
                <a:lnTo>
                  <a:pt x="3861079" y="1058862"/>
                </a:lnTo>
                <a:lnTo>
                  <a:pt x="3859949" y="1059332"/>
                </a:lnTo>
                <a:lnTo>
                  <a:pt x="3858095" y="1061199"/>
                </a:lnTo>
                <a:lnTo>
                  <a:pt x="3857625" y="1062316"/>
                </a:lnTo>
                <a:lnTo>
                  <a:pt x="3857625" y="1064945"/>
                </a:lnTo>
                <a:lnTo>
                  <a:pt x="3858095" y="1066063"/>
                </a:lnTo>
                <a:lnTo>
                  <a:pt x="3859949" y="1067930"/>
                </a:lnTo>
                <a:lnTo>
                  <a:pt x="3861079" y="1068387"/>
                </a:lnTo>
                <a:lnTo>
                  <a:pt x="3863708" y="1068387"/>
                </a:lnTo>
                <a:lnTo>
                  <a:pt x="3864826" y="1067930"/>
                </a:lnTo>
                <a:lnTo>
                  <a:pt x="3866692" y="1066063"/>
                </a:lnTo>
                <a:lnTo>
                  <a:pt x="3867150" y="1064945"/>
                </a:lnTo>
                <a:lnTo>
                  <a:pt x="3867150" y="1062316"/>
                </a:lnTo>
                <a:close/>
              </a:path>
              <a:path w="4295775" h="1068704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295775" h="1068704">
                <a:moveTo>
                  <a:pt x="3914775" y="1062316"/>
                </a:moveTo>
                <a:lnTo>
                  <a:pt x="3914317" y="1061199"/>
                </a:lnTo>
                <a:lnTo>
                  <a:pt x="3912451" y="1059332"/>
                </a:lnTo>
                <a:lnTo>
                  <a:pt x="3911333" y="1058862"/>
                </a:lnTo>
                <a:lnTo>
                  <a:pt x="3908704" y="1058862"/>
                </a:lnTo>
                <a:lnTo>
                  <a:pt x="3907574" y="1059332"/>
                </a:lnTo>
                <a:lnTo>
                  <a:pt x="3905720" y="1061199"/>
                </a:lnTo>
                <a:lnTo>
                  <a:pt x="3905250" y="1062316"/>
                </a:lnTo>
                <a:lnTo>
                  <a:pt x="3905250" y="1064945"/>
                </a:lnTo>
                <a:lnTo>
                  <a:pt x="3905720" y="1066063"/>
                </a:lnTo>
                <a:lnTo>
                  <a:pt x="3907574" y="1067930"/>
                </a:lnTo>
                <a:lnTo>
                  <a:pt x="3908704" y="1068387"/>
                </a:lnTo>
                <a:lnTo>
                  <a:pt x="3911333" y="1068387"/>
                </a:lnTo>
                <a:lnTo>
                  <a:pt x="3912451" y="1067930"/>
                </a:lnTo>
                <a:lnTo>
                  <a:pt x="3914317" y="1066063"/>
                </a:lnTo>
                <a:lnTo>
                  <a:pt x="3914775" y="1064945"/>
                </a:lnTo>
                <a:lnTo>
                  <a:pt x="3914775" y="1062316"/>
                </a:lnTo>
                <a:close/>
              </a:path>
              <a:path w="4295775" h="1068704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295775" h="1068704">
                <a:moveTo>
                  <a:pt x="3962400" y="1062316"/>
                </a:moveTo>
                <a:lnTo>
                  <a:pt x="3961942" y="1061199"/>
                </a:lnTo>
                <a:lnTo>
                  <a:pt x="3960076" y="1059332"/>
                </a:lnTo>
                <a:lnTo>
                  <a:pt x="3958958" y="1058862"/>
                </a:lnTo>
                <a:lnTo>
                  <a:pt x="3956329" y="1058862"/>
                </a:lnTo>
                <a:lnTo>
                  <a:pt x="3955211" y="1059332"/>
                </a:lnTo>
                <a:lnTo>
                  <a:pt x="3953345" y="1061199"/>
                </a:lnTo>
                <a:lnTo>
                  <a:pt x="3952875" y="1062316"/>
                </a:lnTo>
                <a:lnTo>
                  <a:pt x="3952875" y="1064945"/>
                </a:lnTo>
                <a:lnTo>
                  <a:pt x="3953345" y="1066063"/>
                </a:lnTo>
                <a:lnTo>
                  <a:pt x="3955211" y="1067930"/>
                </a:lnTo>
                <a:lnTo>
                  <a:pt x="3956329" y="1068387"/>
                </a:lnTo>
                <a:lnTo>
                  <a:pt x="3958958" y="1068387"/>
                </a:lnTo>
                <a:lnTo>
                  <a:pt x="3960076" y="1067930"/>
                </a:lnTo>
                <a:lnTo>
                  <a:pt x="3961942" y="1066063"/>
                </a:lnTo>
                <a:lnTo>
                  <a:pt x="3962400" y="1064945"/>
                </a:lnTo>
                <a:lnTo>
                  <a:pt x="3962400" y="1062316"/>
                </a:lnTo>
                <a:close/>
              </a:path>
              <a:path w="4295775" h="1068704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295775" h="1068704">
                <a:moveTo>
                  <a:pt x="4010025" y="1062316"/>
                </a:moveTo>
                <a:lnTo>
                  <a:pt x="4009567" y="1061199"/>
                </a:lnTo>
                <a:lnTo>
                  <a:pt x="4007701" y="1059332"/>
                </a:lnTo>
                <a:lnTo>
                  <a:pt x="4006583" y="1058862"/>
                </a:lnTo>
                <a:lnTo>
                  <a:pt x="4003954" y="1058862"/>
                </a:lnTo>
                <a:lnTo>
                  <a:pt x="4002836" y="1059332"/>
                </a:lnTo>
                <a:lnTo>
                  <a:pt x="4000970" y="1061199"/>
                </a:lnTo>
                <a:lnTo>
                  <a:pt x="4000500" y="1062316"/>
                </a:lnTo>
                <a:lnTo>
                  <a:pt x="4000500" y="1064945"/>
                </a:lnTo>
                <a:lnTo>
                  <a:pt x="4000970" y="1066063"/>
                </a:lnTo>
                <a:lnTo>
                  <a:pt x="4002836" y="1067930"/>
                </a:lnTo>
                <a:lnTo>
                  <a:pt x="4003954" y="1068387"/>
                </a:lnTo>
                <a:lnTo>
                  <a:pt x="4006583" y="1068387"/>
                </a:lnTo>
                <a:lnTo>
                  <a:pt x="4007701" y="1067930"/>
                </a:lnTo>
                <a:lnTo>
                  <a:pt x="4009567" y="1066063"/>
                </a:lnTo>
                <a:lnTo>
                  <a:pt x="4010025" y="1064945"/>
                </a:lnTo>
                <a:lnTo>
                  <a:pt x="4010025" y="1062316"/>
                </a:lnTo>
                <a:close/>
              </a:path>
              <a:path w="4295775" h="1068704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295775" h="1068704">
                <a:moveTo>
                  <a:pt x="4057650" y="1062316"/>
                </a:moveTo>
                <a:lnTo>
                  <a:pt x="4057192" y="1061199"/>
                </a:lnTo>
                <a:lnTo>
                  <a:pt x="4055326" y="1059332"/>
                </a:lnTo>
                <a:lnTo>
                  <a:pt x="4054208" y="1058862"/>
                </a:lnTo>
                <a:lnTo>
                  <a:pt x="4051579" y="1058862"/>
                </a:lnTo>
                <a:lnTo>
                  <a:pt x="4050461" y="1059332"/>
                </a:lnTo>
                <a:lnTo>
                  <a:pt x="4048595" y="1061199"/>
                </a:lnTo>
                <a:lnTo>
                  <a:pt x="4048125" y="1062316"/>
                </a:lnTo>
                <a:lnTo>
                  <a:pt x="4048125" y="1064945"/>
                </a:lnTo>
                <a:lnTo>
                  <a:pt x="4048595" y="1066063"/>
                </a:lnTo>
                <a:lnTo>
                  <a:pt x="4050461" y="1067930"/>
                </a:lnTo>
                <a:lnTo>
                  <a:pt x="4051579" y="1068387"/>
                </a:lnTo>
                <a:lnTo>
                  <a:pt x="4054208" y="1068387"/>
                </a:lnTo>
                <a:lnTo>
                  <a:pt x="4055326" y="1067930"/>
                </a:lnTo>
                <a:lnTo>
                  <a:pt x="4057192" y="1066063"/>
                </a:lnTo>
                <a:lnTo>
                  <a:pt x="4057650" y="1064945"/>
                </a:lnTo>
                <a:lnTo>
                  <a:pt x="4057650" y="1062316"/>
                </a:lnTo>
                <a:close/>
              </a:path>
              <a:path w="4295775" h="1068704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295775" h="1068704">
                <a:moveTo>
                  <a:pt x="4105275" y="1062316"/>
                </a:moveTo>
                <a:lnTo>
                  <a:pt x="4104817" y="1061199"/>
                </a:lnTo>
                <a:lnTo>
                  <a:pt x="4102951" y="1059332"/>
                </a:lnTo>
                <a:lnTo>
                  <a:pt x="4101833" y="1058862"/>
                </a:lnTo>
                <a:lnTo>
                  <a:pt x="4099204" y="1058862"/>
                </a:lnTo>
                <a:lnTo>
                  <a:pt x="4098086" y="1059332"/>
                </a:lnTo>
                <a:lnTo>
                  <a:pt x="4096220" y="1061199"/>
                </a:lnTo>
                <a:lnTo>
                  <a:pt x="4095750" y="1062316"/>
                </a:lnTo>
                <a:lnTo>
                  <a:pt x="4095750" y="1064945"/>
                </a:lnTo>
                <a:lnTo>
                  <a:pt x="4096220" y="1066063"/>
                </a:lnTo>
                <a:lnTo>
                  <a:pt x="4098086" y="1067930"/>
                </a:lnTo>
                <a:lnTo>
                  <a:pt x="4099204" y="1068387"/>
                </a:lnTo>
                <a:lnTo>
                  <a:pt x="4101833" y="1068387"/>
                </a:lnTo>
                <a:lnTo>
                  <a:pt x="4102951" y="1067930"/>
                </a:lnTo>
                <a:lnTo>
                  <a:pt x="4104817" y="1066063"/>
                </a:lnTo>
                <a:lnTo>
                  <a:pt x="4105275" y="1064945"/>
                </a:lnTo>
                <a:lnTo>
                  <a:pt x="4105275" y="1062316"/>
                </a:lnTo>
                <a:close/>
              </a:path>
              <a:path w="4295775" h="1068704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295775" h="1068704">
                <a:moveTo>
                  <a:pt x="4152900" y="1062316"/>
                </a:moveTo>
                <a:lnTo>
                  <a:pt x="4152442" y="1061199"/>
                </a:lnTo>
                <a:lnTo>
                  <a:pt x="4150576" y="1059332"/>
                </a:lnTo>
                <a:lnTo>
                  <a:pt x="4149458" y="1058862"/>
                </a:lnTo>
                <a:lnTo>
                  <a:pt x="4146829" y="1058862"/>
                </a:lnTo>
                <a:lnTo>
                  <a:pt x="4145711" y="1059332"/>
                </a:lnTo>
                <a:lnTo>
                  <a:pt x="4143845" y="1061199"/>
                </a:lnTo>
                <a:lnTo>
                  <a:pt x="4143375" y="1062316"/>
                </a:lnTo>
                <a:lnTo>
                  <a:pt x="4143375" y="1064945"/>
                </a:lnTo>
                <a:lnTo>
                  <a:pt x="4143845" y="1066063"/>
                </a:lnTo>
                <a:lnTo>
                  <a:pt x="4145711" y="1067930"/>
                </a:lnTo>
                <a:lnTo>
                  <a:pt x="4146829" y="1068387"/>
                </a:lnTo>
                <a:lnTo>
                  <a:pt x="4149458" y="1068387"/>
                </a:lnTo>
                <a:lnTo>
                  <a:pt x="4150576" y="1067930"/>
                </a:lnTo>
                <a:lnTo>
                  <a:pt x="4152442" y="1066063"/>
                </a:lnTo>
                <a:lnTo>
                  <a:pt x="4152900" y="1064945"/>
                </a:lnTo>
                <a:lnTo>
                  <a:pt x="4152900" y="1062316"/>
                </a:lnTo>
                <a:close/>
              </a:path>
              <a:path w="4295775" h="1068704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295775" h="1068704">
                <a:moveTo>
                  <a:pt x="4200525" y="1062316"/>
                </a:moveTo>
                <a:lnTo>
                  <a:pt x="4200067" y="1061199"/>
                </a:lnTo>
                <a:lnTo>
                  <a:pt x="4198201" y="1059332"/>
                </a:lnTo>
                <a:lnTo>
                  <a:pt x="4197083" y="1058862"/>
                </a:lnTo>
                <a:lnTo>
                  <a:pt x="4194454" y="1058862"/>
                </a:lnTo>
                <a:lnTo>
                  <a:pt x="4193336" y="1059332"/>
                </a:lnTo>
                <a:lnTo>
                  <a:pt x="4191470" y="1061199"/>
                </a:lnTo>
                <a:lnTo>
                  <a:pt x="4191000" y="1062316"/>
                </a:lnTo>
                <a:lnTo>
                  <a:pt x="4191000" y="1064945"/>
                </a:lnTo>
                <a:lnTo>
                  <a:pt x="4191470" y="1066063"/>
                </a:lnTo>
                <a:lnTo>
                  <a:pt x="4193336" y="1067930"/>
                </a:lnTo>
                <a:lnTo>
                  <a:pt x="4194454" y="1068387"/>
                </a:lnTo>
                <a:lnTo>
                  <a:pt x="4197083" y="1068387"/>
                </a:lnTo>
                <a:lnTo>
                  <a:pt x="4198201" y="1067930"/>
                </a:lnTo>
                <a:lnTo>
                  <a:pt x="4200067" y="1066063"/>
                </a:lnTo>
                <a:lnTo>
                  <a:pt x="4200525" y="1064945"/>
                </a:lnTo>
                <a:lnTo>
                  <a:pt x="4200525" y="1062316"/>
                </a:lnTo>
                <a:close/>
              </a:path>
              <a:path w="4295775" h="1068704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295775" h="1068704">
                <a:moveTo>
                  <a:pt x="4248150" y="1062316"/>
                </a:moveTo>
                <a:lnTo>
                  <a:pt x="4247693" y="1061199"/>
                </a:lnTo>
                <a:lnTo>
                  <a:pt x="4245826" y="1059332"/>
                </a:lnTo>
                <a:lnTo>
                  <a:pt x="4244708" y="1058862"/>
                </a:lnTo>
                <a:lnTo>
                  <a:pt x="4242079" y="1058862"/>
                </a:lnTo>
                <a:lnTo>
                  <a:pt x="4240962" y="1059332"/>
                </a:lnTo>
                <a:lnTo>
                  <a:pt x="4239095" y="1061199"/>
                </a:lnTo>
                <a:lnTo>
                  <a:pt x="4238625" y="1062316"/>
                </a:lnTo>
                <a:lnTo>
                  <a:pt x="4238625" y="1064945"/>
                </a:lnTo>
                <a:lnTo>
                  <a:pt x="4239095" y="1066063"/>
                </a:lnTo>
                <a:lnTo>
                  <a:pt x="4240962" y="1067930"/>
                </a:lnTo>
                <a:lnTo>
                  <a:pt x="4242079" y="1068387"/>
                </a:lnTo>
                <a:lnTo>
                  <a:pt x="4244708" y="1068387"/>
                </a:lnTo>
                <a:lnTo>
                  <a:pt x="4245826" y="1067930"/>
                </a:lnTo>
                <a:lnTo>
                  <a:pt x="4247693" y="1066063"/>
                </a:lnTo>
                <a:lnTo>
                  <a:pt x="4248150" y="1064945"/>
                </a:lnTo>
                <a:lnTo>
                  <a:pt x="4248150" y="1062316"/>
                </a:lnTo>
                <a:close/>
              </a:path>
              <a:path w="4295775" h="1068704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295775" h="1068704">
                <a:moveTo>
                  <a:pt x="4295775" y="1062316"/>
                </a:moveTo>
                <a:lnTo>
                  <a:pt x="4295318" y="1061199"/>
                </a:lnTo>
                <a:lnTo>
                  <a:pt x="4293451" y="1059332"/>
                </a:lnTo>
                <a:lnTo>
                  <a:pt x="4292333" y="1058862"/>
                </a:lnTo>
                <a:lnTo>
                  <a:pt x="4289704" y="1058862"/>
                </a:lnTo>
                <a:lnTo>
                  <a:pt x="4288587" y="1059332"/>
                </a:lnTo>
                <a:lnTo>
                  <a:pt x="4286720" y="1061199"/>
                </a:lnTo>
                <a:lnTo>
                  <a:pt x="4286250" y="1062316"/>
                </a:lnTo>
                <a:lnTo>
                  <a:pt x="4286250" y="1064945"/>
                </a:lnTo>
                <a:lnTo>
                  <a:pt x="4286720" y="1066063"/>
                </a:lnTo>
                <a:lnTo>
                  <a:pt x="4288587" y="1067930"/>
                </a:lnTo>
                <a:lnTo>
                  <a:pt x="4289704" y="1068387"/>
                </a:lnTo>
                <a:lnTo>
                  <a:pt x="4292333" y="1068387"/>
                </a:lnTo>
                <a:lnTo>
                  <a:pt x="4293451" y="1067930"/>
                </a:lnTo>
                <a:lnTo>
                  <a:pt x="4295318" y="1066063"/>
                </a:lnTo>
                <a:lnTo>
                  <a:pt x="4295775" y="1064945"/>
                </a:lnTo>
                <a:lnTo>
                  <a:pt x="4295775" y="1062316"/>
                </a:lnTo>
                <a:close/>
              </a:path>
              <a:path w="4295775" h="1068704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 txBox="1"/>
          <p:nvPr/>
        </p:nvSpPr>
        <p:spPr>
          <a:xfrm>
            <a:off x="3893770" y="6195159"/>
            <a:ext cx="165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Times New Roman"/>
                <a:cs typeface="Times New Roman"/>
              </a:rPr>
              <a:t>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3836620" y="5136296"/>
            <a:ext cx="222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Times New Roman"/>
                <a:cs typeface="Times New Roman"/>
              </a:rPr>
              <a:t>50K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6080650" y="6881465"/>
            <a:ext cx="4387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252423"/>
                </a:solidFill>
                <a:latin typeface="Times New Roman"/>
                <a:cs typeface="Times New Roman"/>
              </a:rPr>
              <a:t>Country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3619275" y="5291459"/>
            <a:ext cx="152400" cy="7080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b="1">
                <a:solidFill>
                  <a:srgbClr val="252423"/>
                </a:solidFill>
                <a:latin typeface="Times New Roman"/>
                <a:cs typeface="Times New Roman"/>
              </a:rPr>
              <a:t>Net</a:t>
            </a:r>
            <a:r>
              <a:rPr dirty="0" sz="900" spc="-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252423"/>
                </a:solidFill>
                <a:latin typeface="Times New Roman"/>
                <a:cs typeface="Times New Roman"/>
              </a:rPr>
              <a:t>migration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1" name="object 121" descr=""/>
          <p:cNvSpPr txBox="1"/>
          <p:nvPr/>
        </p:nvSpPr>
        <p:spPr>
          <a:xfrm rot="19560000">
            <a:off x="3918360" y="6496811"/>
            <a:ext cx="68774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>
                <a:latin typeface="Times New Roman"/>
                <a:cs typeface="Times New Roman"/>
              </a:rPr>
              <a:t>French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baseline="3086" sz="1350" spc="-15">
                <a:latin typeface="Times New Roman"/>
                <a:cs typeface="Times New Roman"/>
              </a:rPr>
              <a:t>Guiana</a:t>
            </a:r>
            <a:endParaRPr baseline="3086" sz="1350">
              <a:latin typeface="Times New Roman"/>
              <a:cs typeface="Times New Roman"/>
            </a:endParaRPr>
          </a:p>
        </p:txBody>
      </p:sp>
      <p:sp>
        <p:nvSpPr>
          <p:cNvPr id="122" name="object 122" descr=""/>
          <p:cNvSpPr txBox="1"/>
          <p:nvPr/>
        </p:nvSpPr>
        <p:spPr>
          <a:xfrm rot="19560000">
            <a:off x="4611634" y="6456319"/>
            <a:ext cx="55109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>
                <a:latin typeface="Times New Roman"/>
                <a:cs typeface="Times New Roman"/>
              </a:rPr>
              <a:t>Hong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baseline="3086" sz="1350" spc="-30">
                <a:latin typeface="Times New Roman"/>
                <a:cs typeface="Times New Roman"/>
              </a:rPr>
              <a:t>Kong</a:t>
            </a:r>
            <a:endParaRPr baseline="3086" sz="1350">
              <a:latin typeface="Times New Roman"/>
              <a:cs typeface="Times New Roman"/>
            </a:endParaRPr>
          </a:p>
        </p:txBody>
      </p:sp>
      <p:sp>
        <p:nvSpPr>
          <p:cNvPr id="123" name="object 123" descr=""/>
          <p:cNvSpPr txBox="1"/>
          <p:nvPr/>
        </p:nvSpPr>
        <p:spPr>
          <a:xfrm rot="19560000">
            <a:off x="5307135" y="6414828"/>
            <a:ext cx="412396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Belgium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4" name="object 124" descr=""/>
          <p:cNvSpPr txBox="1"/>
          <p:nvPr/>
        </p:nvSpPr>
        <p:spPr>
          <a:xfrm rot="19560000">
            <a:off x="5869574" y="6416627"/>
            <a:ext cx="41850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Slovenia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5" name="object 125" descr=""/>
          <p:cNvSpPr txBox="1"/>
          <p:nvPr/>
        </p:nvSpPr>
        <p:spPr>
          <a:xfrm rot="19560000">
            <a:off x="6603899" y="6361315"/>
            <a:ext cx="24092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Italy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6" name="object 126" descr=""/>
          <p:cNvSpPr txBox="1"/>
          <p:nvPr/>
        </p:nvSpPr>
        <p:spPr>
          <a:xfrm rot="19560000">
            <a:off x="7122842" y="6377912"/>
            <a:ext cx="292497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Malta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7" name="object 127" descr=""/>
          <p:cNvSpPr txBox="1"/>
          <p:nvPr/>
        </p:nvSpPr>
        <p:spPr>
          <a:xfrm rot="19560000">
            <a:off x="7431834" y="6462695"/>
            <a:ext cx="572858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900" spc="-10">
                <a:latin typeface="Times New Roman"/>
                <a:cs typeface="Times New Roman"/>
              </a:rPr>
              <a:t>Afghanistan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228600" y="4667249"/>
            <a:ext cx="7990840" cy="2419350"/>
            <a:chOff x="228600" y="4667249"/>
            <a:chExt cx="7990840" cy="2419350"/>
          </a:xfrm>
        </p:grpSpPr>
        <p:sp>
          <p:nvSpPr>
            <p:cNvPr id="129" name="object 129" descr=""/>
            <p:cNvSpPr/>
            <p:nvPr/>
          </p:nvSpPr>
          <p:spPr>
            <a:xfrm>
              <a:off x="4368660" y="5295226"/>
              <a:ext cx="3851275" cy="986155"/>
            </a:xfrm>
            <a:custGeom>
              <a:avLst/>
              <a:gdLst/>
              <a:ahLst/>
              <a:cxnLst/>
              <a:rect l="l" t="t" r="r" b="b"/>
              <a:pathLst>
                <a:path w="3851275" h="986154">
                  <a:moveTo>
                    <a:pt x="442734" y="0"/>
                  </a:moveTo>
                  <a:lnTo>
                    <a:pt x="0" y="0"/>
                  </a:lnTo>
                  <a:lnTo>
                    <a:pt x="0" y="985558"/>
                  </a:lnTo>
                  <a:lnTo>
                    <a:pt x="442734" y="985558"/>
                  </a:lnTo>
                  <a:lnTo>
                    <a:pt x="442734" y="0"/>
                  </a:lnTo>
                  <a:close/>
                </a:path>
                <a:path w="3851275" h="986154">
                  <a:moveTo>
                    <a:pt x="1010729" y="23837"/>
                  </a:moveTo>
                  <a:lnTo>
                    <a:pt x="567994" y="23837"/>
                  </a:lnTo>
                  <a:lnTo>
                    <a:pt x="567994" y="985558"/>
                  </a:lnTo>
                  <a:lnTo>
                    <a:pt x="1010729" y="985558"/>
                  </a:lnTo>
                  <a:lnTo>
                    <a:pt x="1010729" y="23837"/>
                  </a:lnTo>
                  <a:close/>
                </a:path>
                <a:path w="3851275" h="986154">
                  <a:moveTo>
                    <a:pt x="1578724" y="34137"/>
                  </a:moveTo>
                  <a:lnTo>
                    <a:pt x="1135976" y="34137"/>
                  </a:lnTo>
                  <a:lnTo>
                    <a:pt x="1135976" y="985558"/>
                  </a:lnTo>
                  <a:lnTo>
                    <a:pt x="1578724" y="985558"/>
                  </a:lnTo>
                  <a:lnTo>
                    <a:pt x="1578724" y="34137"/>
                  </a:lnTo>
                  <a:close/>
                </a:path>
                <a:path w="3851275" h="986154">
                  <a:moveTo>
                    <a:pt x="2146719" y="50253"/>
                  </a:moveTo>
                  <a:lnTo>
                    <a:pt x="1703971" y="50253"/>
                  </a:lnTo>
                  <a:lnTo>
                    <a:pt x="1703971" y="985558"/>
                  </a:lnTo>
                  <a:lnTo>
                    <a:pt x="2146719" y="985558"/>
                  </a:lnTo>
                  <a:lnTo>
                    <a:pt x="2146719" y="50253"/>
                  </a:lnTo>
                  <a:close/>
                </a:path>
                <a:path w="3851275" h="986154">
                  <a:moveTo>
                    <a:pt x="2714701" y="53467"/>
                  </a:moveTo>
                  <a:lnTo>
                    <a:pt x="2271966" y="53467"/>
                  </a:lnTo>
                  <a:lnTo>
                    <a:pt x="2271966" y="985558"/>
                  </a:lnTo>
                  <a:lnTo>
                    <a:pt x="2714701" y="985558"/>
                  </a:lnTo>
                  <a:lnTo>
                    <a:pt x="2714701" y="53467"/>
                  </a:lnTo>
                  <a:close/>
                </a:path>
                <a:path w="3851275" h="986154">
                  <a:moveTo>
                    <a:pt x="3282696" y="53467"/>
                  </a:moveTo>
                  <a:lnTo>
                    <a:pt x="2839948" y="53467"/>
                  </a:lnTo>
                  <a:lnTo>
                    <a:pt x="2839948" y="985558"/>
                  </a:lnTo>
                  <a:lnTo>
                    <a:pt x="3282696" y="985558"/>
                  </a:lnTo>
                  <a:lnTo>
                    <a:pt x="3282696" y="53467"/>
                  </a:lnTo>
                  <a:close/>
                </a:path>
                <a:path w="3851275" h="986154">
                  <a:moveTo>
                    <a:pt x="3850690" y="53657"/>
                  </a:moveTo>
                  <a:lnTo>
                    <a:pt x="3407943" y="53657"/>
                  </a:lnTo>
                  <a:lnTo>
                    <a:pt x="3407943" y="985558"/>
                  </a:lnTo>
                  <a:lnTo>
                    <a:pt x="3850690" y="985558"/>
                  </a:lnTo>
                  <a:lnTo>
                    <a:pt x="3850690" y="53657"/>
                  </a:lnTo>
                  <a:close/>
                </a:path>
              </a:pathLst>
            </a:custGeom>
            <a:solidFill>
              <a:srgbClr val="333333">
                <a:alpha val="7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28587" y="4667249"/>
              <a:ext cx="3362325" cy="2419350"/>
            </a:xfrm>
            <a:custGeom>
              <a:avLst/>
              <a:gdLst/>
              <a:ahLst/>
              <a:cxnLst/>
              <a:rect l="l" t="t" r="r" b="b"/>
              <a:pathLst>
                <a:path w="3362325" h="2419350">
                  <a:moveTo>
                    <a:pt x="3362325" y="257175"/>
                  </a:moveTo>
                  <a:lnTo>
                    <a:pt x="0" y="257175"/>
                  </a:lnTo>
                  <a:lnTo>
                    <a:pt x="0" y="2419350"/>
                  </a:lnTo>
                  <a:lnTo>
                    <a:pt x="3362325" y="2419350"/>
                  </a:lnTo>
                  <a:lnTo>
                    <a:pt x="3362325" y="257175"/>
                  </a:lnTo>
                  <a:close/>
                </a:path>
                <a:path w="3362325" h="2419350">
                  <a:moveTo>
                    <a:pt x="3362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362325" y="9525"/>
                  </a:lnTo>
                  <a:lnTo>
                    <a:pt x="3362325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33362" y="4672012"/>
              <a:ext cx="3352800" cy="2409825"/>
            </a:xfrm>
            <a:custGeom>
              <a:avLst/>
              <a:gdLst/>
              <a:ahLst/>
              <a:cxnLst/>
              <a:rect l="l" t="t" r="r" b="b"/>
              <a:pathLst>
                <a:path w="3352800" h="2409825">
                  <a:moveTo>
                    <a:pt x="0" y="0"/>
                  </a:moveTo>
                  <a:lnTo>
                    <a:pt x="3352799" y="0"/>
                  </a:lnTo>
                  <a:lnTo>
                    <a:pt x="3352799" y="2409824"/>
                  </a:lnTo>
                  <a:lnTo>
                    <a:pt x="0" y="240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38125" y="4676774"/>
              <a:ext cx="3343275" cy="247650"/>
            </a:xfrm>
            <a:custGeom>
              <a:avLst/>
              <a:gdLst/>
              <a:ahLst/>
              <a:cxnLst/>
              <a:rect l="l" t="t" r="r" b="b"/>
              <a:pathLst>
                <a:path w="3343275" h="247650">
                  <a:moveTo>
                    <a:pt x="3343274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3343274" y="0"/>
                  </a:lnTo>
                  <a:lnTo>
                    <a:pt x="3343274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 descr=""/>
          <p:cNvSpPr txBox="1"/>
          <p:nvPr/>
        </p:nvSpPr>
        <p:spPr>
          <a:xfrm>
            <a:off x="580677" y="4648263"/>
            <a:ext cx="26771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latin typeface="Times New Roman"/>
                <a:cs typeface="Times New Roman"/>
              </a:rPr>
              <a:t>AVERAGE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LITERACY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RATE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34" name="object 134" descr=""/>
          <p:cNvGrpSpPr/>
          <p:nvPr/>
        </p:nvGrpSpPr>
        <p:grpSpPr>
          <a:xfrm>
            <a:off x="285750" y="5123325"/>
            <a:ext cx="2893060" cy="1446530"/>
            <a:chOff x="285750" y="5123325"/>
            <a:chExt cx="2893060" cy="1446530"/>
          </a:xfrm>
        </p:grpSpPr>
        <p:sp>
          <p:nvSpPr>
            <p:cNvPr id="135" name="object 135" descr=""/>
            <p:cNvSpPr/>
            <p:nvPr/>
          </p:nvSpPr>
          <p:spPr>
            <a:xfrm>
              <a:off x="285750" y="5123325"/>
              <a:ext cx="2893060" cy="1446530"/>
            </a:xfrm>
            <a:custGeom>
              <a:avLst/>
              <a:gdLst/>
              <a:ahLst/>
              <a:cxnLst/>
              <a:rect l="l" t="t" r="r" b="b"/>
              <a:pathLst>
                <a:path w="2893060" h="1446529">
                  <a:moveTo>
                    <a:pt x="2892477" y="1446238"/>
                  </a:moveTo>
                  <a:lnTo>
                    <a:pt x="2458605" y="1446238"/>
                  </a:lnTo>
                  <a:lnTo>
                    <a:pt x="2458300" y="1421393"/>
                  </a:lnTo>
                  <a:lnTo>
                    <a:pt x="2457386" y="1396564"/>
                  </a:lnTo>
                  <a:lnTo>
                    <a:pt x="2453730" y="1347009"/>
                  </a:lnTo>
                  <a:lnTo>
                    <a:pt x="2447648" y="1297693"/>
                  </a:lnTo>
                  <a:lnTo>
                    <a:pt x="2439153" y="1248735"/>
                  </a:lnTo>
                  <a:lnTo>
                    <a:pt x="2428266" y="1200253"/>
                  </a:lnTo>
                  <a:lnTo>
                    <a:pt x="2415013" y="1152363"/>
                  </a:lnTo>
                  <a:lnTo>
                    <a:pt x="2399426" y="1105182"/>
                  </a:lnTo>
                  <a:lnTo>
                    <a:pt x="2381543" y="1058822"/>
                  </a:lnTo>
                  <a:lnTo>
                    <a:pt x="2361407" y="1013396"/>
                  </a:lnTo>
                  <a:lnTo>
                    <a:pt x="2339066" y="969012"/>
                  </a:lnTo>
                  <a:lnTo>
                    <a:pt x="2314574" y="925778"/>
                  </a:lnTo>
                  <a:lnTo>
                    <a:pt x="2287990" y="883797"/>
                  </a:lnTo>
                  <a:lnTo>
                    <a:pt x="2259379" y="843172"/>
                  </a:lnTo>
                  <a:lnTo>
                    <a:pt x="2228808" y="803999"/>
                  </a:lnTo>
                  <a:lnTo>
                    <a:pt x="2196353" y="766374"/>
                  </a:lnTo>
                  <a:lnTo>
                    <a:pt x="2162090" y="730387"/>
                  </a:lnTo>
                  <a:lnTo>
                    <a:pt x="2126102" y="696124"/>
                  </a:lnTo>
                  <a:lnTo>
                    <a:pt x="2088477" y="663668"/>
                  </a:lnTo>
                  <a:lnTo>
                    <a:pt x="2049304" y="633097"/>
                  </a:lnTo>
                  <a:lnTo>
                    <a:pt x="2008679" y="604486"/>
                  </a:lnTo>
                  <a:lnTo>
                    <a:pt x="1966699" y="577902"/>
                  </a:lnTo>
                  <a:lnTo>
                    <a:pt x="1923465" y="553410"/>
                  </a:lnTo>
                  <a:lnTo>
                    <a:pt x="1879081" y="531069"/>
                  </a:lnTo>
                  <a:lnTo>
                    <a:pt x="1833654" y="510933"/>
                  </a:lnTo>
                  <a:lnTo>
                    <a:pt x="1787294" y="493050"/>
                  </a:lnTo>
                  <a:lnTo>
                    <a:pt x="1740113" y="477463"/>
                  </a:lnTo>
                  <a:lnTo>
                    <a:pt x="1692223" y="464211"/>
                  </a:lnTo>
                  <a:lnTo>
                    <a:pt x="1643741" y="453324"/>
                  </a:lnTo>
                  <a:lnTo>
                    <a:pt x="1594783" y="444828"/>
                  </a:lnTo>
                  <a:lnTo>
                    <a:pt x="1545467" y="438746"/>
                  </a:lnTo>
                  <a:lnTo>
                    <a:pt x="1495913" y="435090"/>
                  </a:lnTo>
                  <a:lnTo>
                    <a:pt x="1446238" y="433871"/>
                  </a:lnTo>
                  <a:lnTo>
                    <a:pt x="1421393" y="434176"/>
                  </a:lnTo>
                  <a:lnTo>
                    <a:pt x="1371764" y="436614"/>
                  </a:lnTo>
                  <a:lnTo>
                    <a:pt x="1322314" y="441485"/>
                  </a:lnTo>
                  <a:lnTo>
                    <a:pt x="1273162" y="448776"/>
                  </a:lnTo>
                  <a:lnTo>
                    <a:pt x="1224427" y="458470"/>
                  </a:lnTo>
                  <a:lnTo>
                    <a:pt x="1176227" y="470543"/>
                  </a:lnTo>
                  <a:lnTo>
                    <a:pt x="1128677" y="484967"/>
                  </a:lnTo>
                  <a:lnTo>
                    <a:pt x="1081892" y="501707"/>
                  </a:lnTo>
                  <a:lnTo>
                    <a:pt x="1035985" y="520722"/>
                  </a:lnTo>
                  <a:lnTo>
                    <a:pt x="991066" y="541967"/>
                  </a:lnTo>
                  <a:lnTo>
                    <a:pt x="947244" y="565391"/>
                  </a:lnTo>
                  <a:lnTo>
                    <a:pt x="904624" y="590936"/>
                  </a:lnTo>
                  <a:lnTo>
                    <a:pt x="863309" y="618542"/>
                  </a:lnTo>
                  <a:lnTo>
                    <a:pt x="823398" y="648142"/>
                  </a:lnTo>
                  <a:lnTo>
                    <a:pt x="784987" y="679665"/>
                  </a:lnTo>
                  <a:lnTo>
                    <a:pt x="748170" y="713034"/>
                  </a:lnTo>
                  <a:lnTo>
                    <a:pt x="713034" y="748170"/>
                  </a:lnTo>
                  <a:lnTo>
                    <a:pt x="679665" y="784987"/>
                  </a:lnTo>
                  <a:lnTo>
                    <a:pt x="648142" y="823398"/>
                  </a:lnTo>
                  <a:lnTo>
                    <a:pt x="618542" y="863309"/>
                  </a:lnTo>
                  <a:lnTo>
                    <a:pt x="590936" y="904624"/>
                  </a:lnTo>
                  <a:lnTo>
                    <a:pt x="565391" y="947244"/>
                  </a:lnTo>
                  <a:lnTo>
                    <a:pt x="541967" y="991066"/>
                  </a:lnTo>
                  <a:lnTo>
                    <a:pt x="520722" y="1035985"/>
                  </a:lnTo>
                  <a:lnTo>
                    <a:pt x="501707" y="1081892"/>
                  </a:lnTo>
                  <a:lnTo>
                    <a:pt x="484967" y="1128677"/>
                  </a:lnTo>
                  <a:lnTo>
                    <a:pt x="470543" y="1176227"/>
                  </a:lnTo>
                  <a:lnTo>
                    <a:pt x="458470" y="1224427"/>
                  </a:lnTo>
                  <a:lnTo>
                    <a:pt x="448776" y="1273162"/>
                  </a:lnTo>
                  <a:lnTo>
                    <a:pt x="441485" y="1322314"/>
                  </a:lnTo>
                  <a:lnTo>
                    <a:pt x="436614" y="1371764"/>
                  </a:lnTo>
                  <a:lnTo>
                    <a:pt x="434176" y="1421393"/>
                  </a:lnTo>
                  <a:lnTo>
                    <a:pt x="433871" y="1446238"/>
                  </a:lnTo>
                  <a:lnTo>
                    <a:pt x="0" y="1446238"/>
                  </a:lnTo>
                  <a:lnTo>
                    <a:pt x="979" y="1393007"/>
                  </a:lnTo>
                  <a:lnTo>
                    <a:pt x="3918" y="1339846"/>
                  </a:lnTo>
                  <a:lnTo>
                    <a:pt x="8812" y="1286829"/>
                  </a:lnTo>
                  <a:lnTo>
                    <a:pt x="15653" y="1234031"/>
                  </a:lnTo>
                  <a:lnTo>
                    <a:pt x="24433" y="1181520"/>
                  </a:lnTo>
                  <a:lnTo>
                    <a:pt x="35140" y="1129365"/>
                  </a:lnTo>
                  <a:lnTo>
                    <a:pt x="47760" y="1077640"/>
                  </a:lnTo>
                  <a:lnTo>
                    <a:pt x="62274" y="1026417"/>
                  </a:lnTo>
                  <a:lnTo>
                    <a:pt x="78664" y="975763"/>
                  </a:lnTo>
                  <a:lnTo>
                    <a:pt x="96908" y="925744"/>
                  </a:lnTo>
                  <a:lnTo>
                    <a:pt x="116981" y="876430"/>
                  </a:lnTo>
                  <a:lnTo>
                    <a:pt x="138854" y="827892"/>
                  </a:lnTo>
                  <a:lnTo>
                    <a:pt x="162499" y="780191"/>
                  </a:lnTo>
                  <a:lnTo>
                    <a:pt x="187885" y="733390"/>
                  </a:lnTo>
                  <a:lnTo>
                    <a:pt x="214976" y="687555"/>
                  </a:lnTo>
                  <a:lnTo>
                    <a:pt x="243735" y="642751"/>
                  </a:lnTo>
                  <a:lnTo>
                    <a:pt x="274123" y="599036"/>
                  </a:lnTo>
                  <a:lnTo>
                    <a:pt x="306101" y="556466"/>
                  </a:lnTo>
                  <a:lnTo>
                    <a:pt x="339625" y="515103"/>
                  </a:lnTo>
                  <a:lnTo>
                    <a:pt x="374646" y="475004"/>
                  </a:lnTo>
                  <a:lnTo>
                    <a:pt x="411120" y="436220"/>
                  </a:lnTo>
                  <a:lnTo>
                    <a:pt x="448998" y="398804"/>
                  </a:lnTo>
                  <a:lnTo>
                    <a:pt x="488228" y="362807"/>
                  </a:lnTo>
                  <a:lnTo>
                    <a:pt x="528754" y="328281"/>
                  </a:lnTo>
                  <a:lnTo>
                    <a:pt x="570524" y="295269"/>
                  </a:lnTo>
                  <a:lnTo>
                    <a:pt x="613482" y="263815"/>
                  </a:lnTo>
                  <a:lnTo>
                    <a:pt x="657569" y="233964"/>
                  </a:lnTo>
                  <a:lnTo>
                    <a:pt x="702723" y="205758"/>
                  </a:lnTo>
                  <a:lnTo>
                    <a:pt x="748884" y="179232"/>
                  </a:lnTo>
                  <a:lnTo>
                    <a:pt x="795993" y="154423"/>
                  </a:lnTo>
                  <a:lnTo>
                    <a:pt x="843983" y="131364"/>
                  </a:lnTo>
                  <a:lnTo>
                    <a:pt x="892787" y="110088"/>
                  </a:lnTo>
                  <a:lnTo>
                    <a:pt x="942340" y="90623"/>
                  </a:lnTo>
                  <a:lnTo>
                    <a:pt x="992580" y="72994"/>
                  </a:lnTo>
                  <a:lnTo>
                    <a:pt x="1043434" y="57226"/>
                  </a:lnTo>
                  <a:lnTo>
                    <a:pt x="1094831" y="43342"/>
                  </a:lnTo>
                  <a:lnTo>
                    <a:pt x="1146704" y="31358"/>
                  </a:lnTo>
                  <a:lnTo>
                    <a:pt x="1198986" y="21292"/>
                  </a:lnTo>
                  <a:lnTo>
                    <a:pt x="1251604" y="13156"/>
                  </a:lnTo>
                  <a:lnTo>
                    <a:pt x="1304482" y="6964"/>
                  </a:lnTo>
                  <a:lnTo>
                    <a:pt x="1357552" y="2721"/>
                  </a:lnTo>
                  <a:lnTo>
                    <a:pt x="1410746" y="435"/>
                  </a:lnTo>
                  <a:lnTo>
                    <a:pt x="1446238" y="0"/>
                  </a:lnTo>
                  <a:lnTo>
                    <a:pt x="1463987" y="108"/>
                  </a:lnTo>
                  <a:lnTo>
                    <a:pt x="1517202" y="1742"/>
                  </a:lnTo>
                  <a:lnTo>
                    <a:pt x="1570320" y="5332"/>
                  </a:lnTo>
                  <a:lnTo>
                    <a:pt x="1623273" y="10876"/>
                  </a:lnTo>
                  <a:lnTo>
                    <a:pt x="1675986" y="18365"/>
                  </a:lnTo>
                  <a:lnTo>
                    <a:pt x="1728385" y="27789"/>
                  </a:lnTo>
                  <a:lnTo>
                    <a:pt x="1780402" y="39135"/>
                  </a:lnTo>
                  <a:lnTo>
                    <a:pt x="1831968" y="52388"/>
                  </a:lnTo>
                  <a:lnTo>
                    <a:pt x="1883012" y="67531"/>
                  </a:lnTo>
                  <a:lnTo>
                    <a:pt x="1933461" y="84541"/>
                  </a:lnTo>
                  <a:lnTo>
                    <a:pt x="1983250" y="103396"/>
                  </a:lnTo>
                  <a:lnTo>
                    <a:pt x="2032314" y="124073"/>
                  </a:lnTo>
                  <a:lnTo>
                    <a:pt x="2080583" y="146541"/>
                  </a:lnTo>
                  <a:lnTo>
                    <a:pt x="2127990" y="170770"/>
                  </a:lnTo>
                  <a:lnTo>
                    <a:pt x="2174474" y="196727"/>
                  </a:lnTo>
                  <a:lnTo>
                    <a:pt x="2219972" y="224378"/>
                  </a:lnTo>
                  <a:lnTo>
                    <a:pt x="2264422" y="253686"/>
                  </a:lnTo>
                  <a:lnTo>
                    <a:pt x="2307761" y="284608"/>
                  </a:lnTo>
                  <a:lnTo>
                    <a:pt x="2349933" y="317105"/>
                  </a:lnTo>
                  <a:lnTo>
                    <a:pt x="2390882" y="351133"/>
                  </a:lnTo>
                  <a:lnTo>
                    <a:pt x="2430551" y="386646"/>
                  </a:lnTo>
                  <a:lnTo>
                    <a:pt x="2468883" y="423593"/>
                  </a:lnTo>
                  <a:lnTo>
                    <a:pt x="2505830" y="461926"/>
                  </a:lnTo>
                  <a:lnTo>
                    <a:pt x="2541343" y="501594"/>
                  </a:lnTo>
                  <a:lnTo>
                    <a:pt x="2575371" y="542543"/>
                  </a:lnTo>
                  <a:lnTo>
                    <a:pt x="2607868" y="584715"/>
                  </a:lnTo>
                  <a:lnTo>
                    <a:pt x="2638790" y="628054"/>
                  </a:lnTo>
                  <a:lnTo>
                    <a:pt x="2668098" y="672504"/>
                  </a:lnTo>
                  <a:lnTo>
                    <a:pt x="2695750" y="718003"/>
                  </a:lnTo>
                  <a:lnTo>
                    <a:pt x="2721707" y="764486"/>
                  </a:lnTo>
                  <a:lnTo>
                    <a:pt x="2745935" y="811893"/>
                  </a:lnTo>
                  <a:lnTo>
                    <a:pt x="2768403" y="860163"/>
                  </a:lnTo>
                  <a:lnTo>
                    <a:pt x="2789080" y="909226"/>
                  </a:lnTo>
                  <a:lnTo>
                    <a:pt x="2807935" y="959015"/>
                  </a:lnTo>
                  <a:lnTo>
                    <a:pt x="2824946" y="1009464"/>
                  </a:lnTo>
                  <a:lnTo>
                    <a:pt x="2840088" y="1060508"/>
                  </a:lnTo>
                  <a:lnTo>
                    <a:pt x="2853342" y="1112074"/>
                  </a:lnTo>
                  <a:lnTo>
                    <a:pt x="2864687" y="1164091"/>
                  </a:lnTo>
                  <a:lnTo>
                    <a:pt x="2874111" y="1216490"/>
                  </a:lnTo>
                  <a:lnTo>
                    <a:pt x="2881600" y="1269203"/>
                  </a:lnTo>
                  <a:lnTo>
                    <a:pt x="2887144" y="1322156"/>
                  </a:lnTo>
                  <a:lnTo>
                    <a:pt x="2890735" y="1375275"/>
                  </a:lnTo>
                  <a:lnTo>
                    <a:pt x="2892368" y="1428489"/>
                  </a:lnTo>
                  <a:lnTo>
                    <a:pt x="2892477" y="1446238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85750" y="5123325"/>
              <a:ext cx="1446530" cy="1446530"/>
            </a:xfrm>
            <a:custGeom>
              <a:avLst/>
              <a:gdLst/>
              <a:ahLst/>
              <a:cxnLst/>
              <a:rect l="l" t="t" r="r" b="b"/>
              <a:pathLst>
                <a:path w="1446530" h="1446529">
                  <a:moveTo>
                    <a:pt x="433871" y="1446238"/>
                  </a:moveTo>
                  <a:lnTo>
                    <a:pt x="0" y="1446238"/>
                  </a:lnTo>
                  <a:lnTo>
                    <a:pt x="108" y="1428489"/>
                  </a:lnTo>
                  <a:lnTo>
                    <a:pt x="1742" y="1375275"/>
                  </a:lnTo>
                  <a:lnTo>
                    <a:pt x="5332" y="1322156"/>
                  </a:lnTo>
                  <a:lnTo>
                    <a:pt x="10876" y="1269203"/>
                  </a:lnTo>
                  <a:lnTo>
                    <a:pt x="18365" y="1216490"/>
                  </a:lnTo>
                  <a:lnTo>
                    <a:pt x="27789" y="1164091"/>
                  </a:lnTo>
                  <a:lnTo>
                    <a:pt x="39135" y="1112074"/>
                  </a:lnTo>
                  <a:lnTo>
                    <a:pt x="52388" y="1060508"/>
                  </a:lnTo>
                  <a:lnTo>
                    <a:pt x="67531" y="1009464"/>
                  </a:lnTo>
                  <a:lnTo>
                    <a:pt x="84541" y="959015"/>
                  </a:lnTo>
                  <a:lnTo>
                    <a:pt x="103396" y="909226"/>
                  </a:lnTo>
                  <a:lnTo>
                    <a:pt x="124073" y="860163"/>
                  </a:lnTo>
                  <a:lnTo>
                    <a:pt x="146541" y="811893"/>
                  </a:lnTo>
                  <a:lnTo>
                    <a:pt x="170770" y="764486"/>
                  </a:lnTo>
                  <a:lnTo>
                    <a:pt x="196727" y="718003"/>
                  </a:lnTo>
                  <a:lnTo>
                    <a:pt x="224378" y="672504"/>
                  </a:lnTo>
                  <a:lnTo>
                    <a:pt x="253686" y="628054"/>
                  </a:lnTo>
                  <a:lnTo>
                    <a:pt x="284608" y="584715"/>
                  </a:lnTo>
                  <a:lnTo>
                    <a:pt x="317105" y="542543"/>
                  </a:lnTo>
                  <a:lnTo>
                    <a:pt x="351133" y="501594"/>
                  </a:lnTo>
                  <a:lnTo>
                    <a:pt x="386646" y="461926"/>
                  </a:lnTo>
                  <a:lnTo>
                    <a:pt x="423593" y="423593"/>
                  </a:lnTo>
                  <a:lnTo>
                    <a:pt x="461926" y="386646"/>
                  </a:lnTo>
                  <a:lnTo>
                    <a:pt x="501594" y="351133"/>
                  </a:lnTo>
                  <a:lnTo>
                    <a:pt x="542543" y="317105"/>
                  </a:lnTo>
                  <a:lnTo>
                    <a:pt x="584715" y="284608"/>
                  </a:lnTo>
                  <a:lnTo>
                    <a:pt x="628054" y="253686"/>
                  </a:lnTo>
                  <a:lnTo>
                    <a:pt x="672504" y="224378"/>
                  </a:lnTo>
                  <a:lnTo>
                    <a:pt x="718003" y="196727"/>
                  </a:lnTo>
                  <a:lnTo>
                    <a:pt x="764486" y="170770"/>
                  </a:lnTo>
                  <a:lnTo>
                    <a:pt x="811893" y="146541"/>
                  </a:lnTo>
                  <a:lnTo>
                    <a:pt x="860163" y="124073"/>
                  </a:lnTo>
                  <a:lnTo>
                    <a:pt x="909226" y="103396"/>
                  </a:lnTo>
                  <a:lnTo>
                    <a:pt x="959015" y="84541"/>
                  </a:lnTo>
                  <a:lnTo>
                    <a:pt x="1009464" y="67531"/>
                  </a:lnTo>
                  <a:lnTo>
                    <a:pt x="1060508" y="52388"/>
                  </a:lnTo>
                  <a:lnTo>
                    <a:pt x="1112074" y="39135"/>
                  </a:lnTo>
                  <a:lnTo>
                    <a:pt x="1164091" y="27789"/>
                  </a:lnTo>
                  <a:lnTo>
                    <a:pt x="1216490" y="18365"/>
                  </a:lnTo>
                  <a:lnTo>
                    <a:pt x="1269203" y="10876"/>
                  </a:lnTo>
                  <a:lnTo>
                    <a:pt x="1322156" y="5332"/>
                  </a:lnTo>
                  <a:lnTo>
                    <a:pt x="1375275" y="1742"/>
                  </a:lnTo>
                  <a:lnTo>
                    <a:pt x="1428489" y="108"/>
                  </a:lnTo>
                  <a:lnTo>
                    <a:pt x="1446238" y="0"/>
                  </a:lnTo>
                  <a:lnTo>
                    <a:pt x="1446238" y="433871"/>
                  </a:lnTo>
                  <a:lnTo>
                    <a:pt x="1421393" y="434176"/>
                  </a:lnTo>
                  <a:lnTo>
                    <a:pt x="1396564" y="435091"/>
                  </a:lnTo>
                  <a:lnTo>
                    <a:pt x="1347009" y="438746"/>
                  </a:lnTo>
                  <a:lnTo>
                    <a:pt x="1297693" y="444828"/>
                  </a:lnTo>
                  <a:lnTo>
                    <a:pt x="1248735" y="453324"/>
                  </a:lnTo>
                  <a:lnTo>
                    <a:pt x="1200253" y="464211"/>
                  </a:lnTo>
                  <a:lnTo>
                    <a:pt x="1152363" y="477463"/>
                  </a:lnTo>
                  <a:lnTo>
                    <a:pt x="1105182" y="493050"/>
                  </a:lnTo>
                  <a:lnTo>
                    <a:pt x="1058822" y="510933"/>
                  </a:lnTo>
                  <a:lnTo>
                    <a:pt x="1013396" y="531069"/>
                  </a:lnTo>
                  <a:lnTo>
                    <a:pt x="969012" y="553410"/>
                  </a:lnTo>
                  <a:lnTo>
                    <a:pt x="925778" y="577902"/>
                  </a:lnTo>
                  <a:lnTo>
                    <a:pt x="883797" y="604486"/>
                  </a:lnTo>
                  <a:lnTo>
                    <a:pt x="843172" y="633097"/>
                  </a:lnTo>
                  <a:lnTo>
                    <a:pt x="803999" y="663668"/>
                  </a:lnTo>
                  <a:lnTo>
                    <a:pt x="766374" y="696124"/>
                  </a:lnTo>
                  <a:lnTo>
                    <a:pt x="730387" y="730387"/>
                  </a:lnTo>
                  <a:lnTo>
                    <a:pt x="696124" y="766374"/>
                  </a:lnTo>
                  <a:lnTo>
                    <a:pt x="663668" y="803999"/>
                  </a:lnTo>
                  <a:lnTo>
                    <a:pt x="633097" y="843172"/>
                  </a:lnTo>
                  <a:lnTo>
                    <a:pt x="604486" y="883797"/>
                  </a:lnTo>
                  <a:lnTo>
                    <a:pt x="577902" y="925778"/>
                  </a:lnTo>
                  <a:lnTo>
                    <a:pt x="553410" y="969012"/>
                  </a:lnTo>
                  <a:lnTo>
                    <a:pt x="531069" y="1013395"/>
                  </a:lnTo>
                  <a:lnTo>
                    <a:pt x="510933" y="1058822"/>
                  </a:lnTo>
                  <a:lnTo>
                    <a:pt x="493050" y="1105182"/>
                  </a:lnTo>
                  <a:lnTo>
                    <a:pt x="477463" y="1152364"/>
                  </a:lnTo>
                  <a:lnTo>
                    <a:pt x="464211" y="1200253"/>
                  </a:lnTo>
                  <a:lnTo>
                    <a:pt x="453324" y="1248735"/>
                  </a:lnTo>
                  <a:lnTo>
                    <a:pt x="444828" y="1297693"/>
                  </a:lnTo>
                  <a:lnTo>
                    <a:pt x="438746" y="1347009"/>
                  </a:lnTo>
                  <a:lnTo>
                    <a:pt x="435090" y="1396564"/>
                  </a:lnTo>
                  <a:lnTo>
                    <a:pt x="434176" y="1421393"/>
                  </a:lnTo>
                  <a:lnTo>
                    <a:pt x="433871" y="1446238"/>
                  </a:lnTo>
                  <a:close/>
                </a:path>
              </a:pathLst>
            </a:custGeom>
            <a:solidFill>
              <a:srgbClr val="733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662833" y="6000971"/>
              <a:ext cx="399415" cy="170815"/>
            </a:xfrm>
            <a:custGeom>
              <a:avLst/>
              <a:gdLst/>
              <a:ahLst/>
              <a:cxnLst/>
              <a:rect l="l" t="t" r="r" b="b"/>
              <a:pathLst>
                <a:path w="399414" h="170814">
                  <a:moveTo>
                    <a:pt x="0" y="170577"/>
                  </a:moveTo>
                  <a:lnTo>
                    <a:pt x="398933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2662833" y="6000971"/>
              <a:ext cx="399415" cy="170815"/>
            </a:xfrm>
            <a:custGeom>
              <a:avLst/>
              <a:gdLst/>
              <a:ahLst/>
              <a:cxnLst/>
              <a:rect l="l" t="t" r="r" b="b"/>
              <a:pathLst>
                <a:path w="399414" h="170814">
                  <a:moveTo>
                    <a:pt x="0" y="170577"/>
                  </a:moveTo>
                  <a:lnTo>
                    <a:pt x="398933" y="0"/>
                  </a:lnTo>
                </a:path>
              </a:pathLst>
            </a:custGeom>
            <a:ln w="19049">
              <a:solidFill>
                <a:srgbClr val="36003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 descr=""/>
          <p:cNvSpPr txBox="1"/>
          <p:nvPr/>
        </p:nvSpPr>
        <p:spPr>
          <a:xfrm>
            <a:off x="3092747" y="5817046"/>
            <a:ext cx="402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1.00K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273050" y="6604347"/>
            <a:ext cx="402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0.00K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2788691" y="6604347"/>
            <a:ext cx="402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1.15K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2" name="object 142" descr=""/>
          <p:cNvSpPr txBox="1"/>
          <p:nvPr/>
        </p:nvSpPr>
        <p:spPr>
          <a:xfrm>
            <a:off x="1059236" y="5958908"/>
            <a:ext cx="1345565" cy="601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750" spc="-10">
                <a:solidFill>
                  <a:srgbClr val="6F2153"/>
                </a:solidFill>
                <a:latin typeface="Times New Roman"/>
                <a:cs typeface="Times New Roman"/>
              </a:rPr>
              <a:t>573.80</a:t>
            </a:r>
            <a:endParaRPr sz="3750">
              <a:latin typeface="Times New Roman"/>
              <a:cs typeface="Times New Roman"/>
            </a:endParaRPr>
          </a:p>
        </p:txBody>
      </p:sp>
      <p:grpSp>
        <p:nvGrpSpPr>
          <p:cNvPr id="143" name="object 143" descr=""/>
          <p:cNvGrpSpPr/>
          <p:nvPr/>
        </p:nvGrpSpPr>
        <p:grpSpPr>
          <a:xfrm>
            <a:off x="8515350" y="4667249"/>
            <a:ext cx="3905250" cy="2419350"/>
            <a:chOff x="8515350" y="4667249"/>
            <a:chExt cx="3905250" cy="2419350"/>
          </a:xfrm>
        </p:grpSpPr>
        <p:sp>
          <p:nvSpPr>
            <p:cNvPr id="144" name="object 144" descr=""/>
            <p:cNvSpPr/>
            <p:nvPr/>
          </p:nvSpPr>
          <p:spPr>
            <a:xfrm>
              <a:off x="8515338" y="4667249"/>
              <a:ext cx="3905250" cy="2419350"/>
            </a:xfrm>
            <a:custGeom>
              <a:avLst/>
              <a:gdLst/>
              <a:ahLst/>
              <a:cxnLst/>
              <a:rect l="l" t="t" r="r" b="b"/>
              <a:pathLst>
                <a:path w="3905250" h="2419350">
                  <a:moveTo>
                    <a:pt x="3905250" y="257175"/>
                  </a:moveTo>
                  <a:lnTo>
                    <a:pt x="0" y="257175"/>
                  </a:lnTo>
                  <a:lnTo>
                    <a:pt x="0" y="2419350"/>
                  </a:lnTo>
                  <a:lnTo>
                    <a:pt x="3905250" y="2419350"/>
                  </a:lnTo>
                  <a:lnTo>
                    <a:pt x="3905250" y="257175"/>
                  </a:lnTo>
                  <a:close/>
                </a:path>
                <a:path w="3905250" h="2419350">
                  <a:moveTo>
                    <a:pt x="39052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905250" y="9525"/>
                  </a:lnTo>
                  <a:lnTo>
                    <a:pt x="3905250" y="0"/>
                  </a:lnTo>
                  <a:close/>
                </a:path>
              </a:pathLst>
            </a:custGeom>
            <a:solidFill>
              <a:srgbClr val="FFFFFF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520112" y="4672012"/>
              <a:ext cx="3895725" cy="2409825"/>
            </a:xfrm>
            <a:custGeom>
              <a:avLst/>
              <a:gdLst/>
              <a:ahLst/>
              <a:cxnLst/>
              <a:rect l="l" t="t" r="r" b="b"/>
              <a:pathLst>
                <a:path w="3895725" h="2409825">
                  <a:moveTo>
                    <a:pt x="0" y="0"/>
                  </a:moveTo>
                  <a:lnTo>
                    <a:pt x="3895724" y="0"/>
                  </a:lnTo>
                  <a:lnTo>
                    <a:pt x="3895724" y="2409824"/>
                  </a:lnTo>
                  <a:lnTo>
                    <a:pt x="0" y="240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336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8524875" y="4676774"/>
              <a:ext cx="3886200" cy="247650"/>
            </a:xfrm>
            <a:custGeom>
              <a:avLst/>
              <a:gdLst/>
              <a:ahLst/>
              <a:cxnLst/>
              <a:rect l="l" t="t" r="r" b="b"/>
              <a:pathLst>
                <a:path w="3886200" h="247650">
                  <a:moveTo>
                    <a:pt x="3886199" y="247649"/>
                  </a:moveTo>
                  <a:lnTo>
                    <a:pt x="0" y="247649"/>
                  </a:lnTo>
                  <a:lnTo>
                    <a:pt x="0" y="0"/>
                  </a:lnTo>
                  <a:lnTo>
                    <a:pt x="3886199" y="0"/>
                  </a:lnTo>
                  <a:lnTo>
                    <a:pt x="3886199" y="247649"/>
                  </a:lnTo>
                  <a:close/>
                </a:path>
              </a:pathLst>
            </a:custGeom>
            <a:solidFill>
              <a:srgbClr val="C29D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 descr=""/>
          <p:cNvSpPr txBox="1"/>
          <p:nvPr/>
        </p:nvSpPr>
        <p:spPr>
          <a:xfrm>
            <a:off x="8711009" y="4648263"/>
            <a:ext cx="35331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POPULATION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DIFFERENCE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DECADES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8" name="object 148" descr=""/>
          <p:cNvGrpSpPr/>
          <p:nvPr/>
        </p:nvGrpSpPr>
        <p:grpSpPr>
          <a:xfrm>
            <a:off x="9263716" y="5111995"/>
            <a:ext cx="1541780" cy="1714500"/>
            <a:chOff x="9263716" y="5111995"/>
            <a:chExt cx="1541780" cy="1714500"/>
          </a:xfrm>
        </p:grpSpPr>
        <p:sp>
          <p:nvSpPr>
            <p:cNvPr id="149" name="object 149" descr=""/>
            <p:cNvSpPr/>
            <p:nvPr/>
          </p:nvSpPr>
          <p:spPr>
            <a:xfrm>
              <a:off x="10029824" y="5211771"/>
              <a:ext cx="64135" cy="308610"/>
            </a:xfrm>
            <a:custGeom>
              <a:avLst/>
              <a:gdLst/>
              <a:ahLst/>
              <a:cxnLst/>
              <a:rect l="l" t="t" r="r" b="b"/>
              <a:pathLst>
                <a:path w="64134" h="308610">
                  <a:moveTo>
                    <a:pt x="38363" y="308051"/>
                  </a:moveTo>
                  <a:lnTo>
                    <a:pt x="28784" y="307349"/>
                  </a:lnTo>
                  <a:lnTo>
                    <a:pt x="19198" y="306848"/>
                  </a:lnTo>
                  <a:lnTo>
                    <a:pt x="9603" y="306547"/>
                  </a:lnTo>
                  <a:lnTo>
                    <a:pt x="0" y="306447"/>
                  </a:lnTo>
                  <a:lnTo>
                    <a:pt x="0" y="0"/>
                  </a:lnTo>
                  <a:lnTo>
                    <a:pt x="16005" y="167"/>
                  </a:lnTo>
                  <a:lnTo>
                    <a:pt x="31997" y="668"/>
                  </a:lnTo>
                  <a:lnTo>
                    <a:pt x="47974" y="1503"/>
                  </a:lnTo>
                  <a:lnTo>
                    <a:pt x="63938" y="2672"/>
                  </a:lnTo>
                  <a:lnTo>
                    <a:pt x="38363" y="308051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068187" y="5214443"/>
              <a:ext cx="139065" cy="316865"/>
            </a:xfrm>
            <a:custGeom>
              <a:avLst/>
              <a:gdLst/>
              <a:ahLst/>
              <a:cxnLst/>
              <a:rect l="l" t="t" r="r" b="b"/>
              <a:pathLst>
                <a:path w="139065" h="316864">
                  <a:moveTo>
                    <a:pt x="68074" y="316267"/>
                  </a:moveTo>
                  <a:lnTo>
                    <a:pt x="51209" y="312585"/>
                  </a:lnTo>
                  <a:lnTo>
                    <a:pt x="34241" y="309543"/>
                  </a:lnTo>
                  <a:lnTo>
                    <a:pt x="17172" y="307140"/>
                  </a:lnTo>
                  <a:lnTo>
                    <a:pt x="0" y="305378"/>
                  </a:lnTo>
                  <a:lnTo>
                    <a:pt x="25575" y="0"/>
                  </a:lnTo>
                  <a:lnTo>
                    <a:pt x="54195" y="2937"/>
                  </a:lnTo>
                  <a:lnTo>
                    <a:pt x="82645" y="6941"/>
                  </a:lnTo>
                  <a:lnTo>
                    <a:pt x="110923" y="12011"/>
                  </a:lnTo>
                  <a:lnTo>
                    <a:pt x="139032" y="18148"/>
                  </a:lnTo>
                  <a:lnTo>
                    <a:pt x="68074" y="316267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136261" y="5232591"/>
              <a:ext cx="414655" cy="408305"/>
            </a:xfrm>
            <a:custGeom>
              <a:avLst/>
              <a:gdLst/>
              <a:ahLst/>
              <a:cxnLst/>
              <a:rect l="l" t="t" r="r" b="b"/>
              <a:pathLst>
                <a:path w="414654" h="408304">
                  <a:moveTo>
                    <a:pt x="206039" y="408168"/>
                  </a:moveTo>
                  <a:lnTo>
                    <a:pt x="160289" y="370906"/>
                  </a:lnTo>
                  <a:lnTo>
                    <a:pt x="110126" y="339837"/>
                  </a:lnTo>
                  <a:lnTo>
                    <a:pt x="56410" y="315422"/>
                  </a:lnTo>
                  <a:lnTo>
                    <a:pt x="0" y="298119"/>
                  </a:lnTo>
                  <a:lnTo>
                    <a:pt x="70958" y="0"/>
                  </a:lnTo>
                  <a:lnTo>
                    <a:pt x="118528" y="12937"/>
                  </a:lnTo>
                  <a:lnTo>
                    <a:pt x="164975" y="28839"/>
                  </a:lnTo>
                  <a:lnTo>
                    <a:pt x="210300" y="47703"/>
                  </a:lnTo>
                  <a:lnTo>
                    <a:pt x="254502" y="69531"/>
                  </a:lnTo>
                  <a:lnTo>
                    <a:pt x="297223" y="94131"/>
                  </a:lnTo>
                  <a:lnTo>
                    <a:pt x="338106" y="121311"/>
                  </a:lnTo>
                  <a:lnTo>
                    <a:pt x="377151" y="151073"/>
                  </a:lnTo>
                  <a:lnTo>
                    <a:pt x="414356" y="183415"/>
                  </a:lnTo>
                  <a:lnTo>
                    <a:pt x="206039" y="40816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0189981" y="5416007"/>
              <a:ext cx="606425" cy="1280160"/>
            </a:xfrm>
            <a:custGeom>
              <a:avLst/>
              <a:gdLst/>
              <a:ahLst/>
              <a:cxnLst/>
              <a:rect l="l" t="t" r="r" b="b"/>
              <a:pathLst>
                <a:path w="606425" h="1280159">
                  <a:moveTo>
                    <a:pt x="106771" y="1279996"/>
                  </a:moveTo>
                  <a:lnTo>
                    <a:pt x="0" y="992750"/>
                  </a:lnTo>
                  <a:lnTo>
                    <a:pt x="13638" y="987432"/>
                  </a:lnTo>
                  <a:lnTo>
                    <a:pt x="27100" y="981682"/>
                  </a:lnTo>
                  <a:lnTo>
                    <a:pt x="66294" y="961904"/>
                  </a:lnTo>
                  <a:lnTo>
                    <a:pt x="103423" y="938476"/>
                  </a:lnTo>
                  <a:lnTo>
                    <a:pt x="138147" y="911614"/>
                  </a:lnTo>
                  <a:lnTo>
                    <a:pt x="170150" y="881561"/>
                  </a:lnTo>
                  <a:lnTo>
                    <a:pt x="199140" y="848593"/>
                  </a:lnTo>
                  <a:lnTo>
                    <a:pt x="224853" y="813009"/>
                  </a:lnTo>
                  <a:lnTo>
                    <a:pt x="247054" y="775135"/>
                  </a:lnTo>
                  <a:lnTo>
                    <a:pt x="265540" y="735315"/>
                  </a:lnTo>
                  <a:lnTo>
                    <a:pt x="280144" y="693914"/>
                  </a:lnTo>
                  <a:lnTo>
                    <a:pt x="290731" y="651308"/>
                  </a:lnTo>
                  <a:lnTo>
                    <a:pt x="297206" y="607887"/>
                  </a:lnTo>
                  <a:lnTo>
                    <a:pt x="299509" y="564045"/>
                  </a:lnTo>
                  <a:lnTo>
                    <a:pt x="299345" y="549408"/>
                  </a:lnTo>
                  <a:lnTo>
                    <a:pt x="296059" y="505629"/>
                  </a:lnTo>
                  <a:lnTo>
                    <a:pt x="288612" y="462364"/>
                  </a:lnTo>
                  <a:lnTo>
                    <a:pt x="277072" y="420006"/>
                  </a:lnTo>
                  <a:lnTo>
                    <a:pt x="261543" y="378943"/>
                  </a:lnTo>
                  <a:lnTo>
                    <a:pt x="242168" y="339548"/>
                  </a:lnTo>
                  <a:lnTo>
                    <a:pt x="219123" y="302181"/>
                  </a:lnTo>
                  <a:lnTo>
                    <a:pt x="192618" y="267183"/>
                  </a:lnTo>
                  <a:lnTo>
                    <a:pt x="162896" y="234873"/>
                  </a:lnTo>
                  <a:lnTo>
                    <a:pt x="152319" y="224752"/>
                  </a:lnTo>
                  <a:lnTo>
                    <a:pt x="360637" y="0"/>
                  </a:lnTo>
                  <a:lnTo>
                    <a:pt x="395346" y="34289"/>
                  </a:lnTo>
                  <a:lnTo>
                    <a:pt x="427802" y="70717"/>
                  </a:lnTo>
                  <a:lnTo>
                    <a:pt x="457873" y="109138"/>
                  </a:lnTo>
                  <a:lnTo>
                    <a:pt x="485438" y="149395"/>
                  </a:lnTo>
                  <a:lnTo>
                    <a:pt x="510384" y="191325"/>
                  </a:lnTo>
                  <a:lnTo>
                    <a:pt x="532611" y="234758"/>
                  </a:lnTo>
                  <a:lnTo>
                    <a:pt x="552029" y="279518"/>
                  </a:lnTo>
                  <a:lnTo>
                    <a:pt x="568557" y="325422"/>
                  </a:lnTo>
                  <a:lnTo>
                    <a:pt x="582131" y="372286"/>
                  </a:lnTo>
                  <a:lnTo>
                    <a:pt x="592694" y="419919"/>
                  </a:lnTo>
                  <a:lnTo>
                    <a:pt x="600203" y="468127"/>
                  </a:lnTo>
                  <a:lnTo>
                    <a:pt x="604629" y="516716"/>
                  </a:lnTo>
                  <a:lnTo>
                    <a:pt x="605953" y="565488"/>
                  </a:lnTo>
                  <a:lnTo>
                    <a:pt x="605798" y="577688"/>
                  </a:lnTo>
                  <a:lnTo>
                    <a:pt x="603239" y="626411"/>
                  </a:lnTo>
                  <a:lnTo>
                    <a:pt x="597584" y="674872"/>
                  </a:lnTo>
                  <a:lnTo>
                    <a:pt x="588855" y="722874"/>
                  </a:lnTo>
                  <a:lnTo>
                    <a:pt x="577089" y="770224"/>
                  </a:lnTo>
                  <a:lnTo>
                    <a:pt x="562332" y="816729"/>
                  </a:lnTo>
                  <a:lnTo>
                    <a:pt x="544646" y="862200"/>
                  </a:lnTo>
                  <a:lnTo>
                    <a:pt x="524100" y="906453"/>
                  </a:lnTo>
                  <a:lnTo>
                    <a:pt x="500780" y="949309"/>
                  </a:lnTo>
                  <a:lnTo>
                    <a:pt x="474779" y="990593"/>
                  </a:lnTo>
                  <a:lnTo>
                    <a:pt x="446203" y="1030139"/>
                  </a:lnTo>
                  <a:lnTo>
                    <a:pt x="415168" y="1067786"/>
                  </a:lnTo>
                  <a:lnTo>
                    <a:pt x="381800" y="1103380"/>
                  </a:lnTo>
                  <a:lnTo>
                    <a:pt x="346233" y="1136779"/>
                  </a:lnTo>
                  <a:lnTo>
                    <a:pt x="308613" y="1167846"/>
                  </a:lnTo>
                  <a:lnTo>
                    <a:pt x="269091" y="1196455"/>
                  </a:lnTo>
                  <a:lnTo>
                    <a:pt x="227829" y="1222491"/>
                  </a:lnTo>
                  <a:lnTo>
                    <a:pt x="184993" y="1245848"/>
                  </a:lnTo>
                  <a:lnTo>
                    <a:pt x="140757" y="1266430"/>
                  </a:lnTo>
                  <a:lnTo>
                    <a:pt x="118173" y="1275654"/>
                  </a:lnTo>
                  <a:lnTo>
                    <a:pt x="106771" y="1279996"/>
                  </a:lnTo>
                  <a:close/>
                </a:path>
              </a:pathLst>
            </a:custGeom>
            <a:solidFill>
              <a:srgbClr val="733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9497598" y="6308529"/>
              <a:ext cx="799465" cy="435609"/>
            </a:xfrm>
            <a:custGeom>
              <a:avLst/>
              <a:gdLst/>
              <a:ahLst/>
              <a:cxnLst/>
              <a:rect l="l" t="t" r="r" b="b"/>
              <a:pathLst>
                <a:path w="799465" h="435609">
                  <a:moveTo>
                    <a:pt x="535799" y="435473"/>
                  </a:moveTo>
                  <a:lnTo>
                    <a:pt x="482021" y="433832"/>
                  </a:lnTo>
                  <a:lnTo>
                    <a:pt x="428490" y="428426"/>
                  </a:lnTo>
                  <a:lnTo>
                    <a:pt x="375471" y="419271"/>
                  </a:lnTo>
                  <a:lnTo>
                    <a:pt x="323224" y="406422"/>
                  </a:lnTo>
                  <a:lnTo>
                    <a:pt x="272009" y="389933"/>
                  </a:lnTo>
                  <a:lnTo>
                    <a:pt x="222076" y="369895"/>
                  </a:lnTo>
                  <a:lnTo>
                    <a:pt x="173675" y="346397"/>
                  </a:lnTo>
                  <a:lnTo>
                    <a:pt x="127040" y="319565"/>
                  </a:lnTo>
                  <a:lnTo>
                    <a:pt x="82406" y="289521"/>
                  </a:lnTo>
                  <a:lnTo>
                    <a:pt x="39987" y="256423"/>
                  </a:lnTo>
                  <a:lnTo>
                    <a:pt x="0" y="220426"/>
                  </a:lnTo>
                  <a:lnTo>
                    <a:pt x="212890" y="0"/>
                  </a:lnTo>
                  <a:lnTo>
                    <a:pt x="224704" y="11016"/>
                  </a:lnTo>
                  <a:lnTo>
                    <a:pt x="236883" y="21598"/>
                  </a:lnTo>
                  <a:lnTo>
                    <a:pt x="275574" y="50711"/>
                  </a:lnTo>
                  <a:lnTo>
                    <a:pt x="317095" y="75582"/>
                  </a:lnTo>
                  <a:lnTo>
                    <a:pt x="361001" y="95952"/>
                  </a:lnTo>
                  <a:lnTo>
                    <a:pt x="406825" y="111597"/>
                  </a:lnTo>
                  <a:lnTo>
                    <a:pt x="454040" y="122334"/>
                  </a:lnTo>
                  <a:lnTo>
                    <a:pt x="502103" y="128043"/>
                  </a:lnTo>
                  <a:lnTo>
                    <a:pt x="534370" y="129028"/>
                  </a:lnTo>
                  <a:lnTo>
                    <a:pt x="550499" y="128669"/>
                  </a:lnTo>
                  <a:lnTo>
                    <a:pt x="598714" y="124199"/>
                  </a:lnTo>
                  <a:lnTo>
                    <a:pt x="646190" y="114681"/>
                  </a:lnTo>
                  <a:lnTo>
                    <a:pt x="692382" y="100228"/>
                  </a:lnTo>
                  <a:lnTo>
                    <a:pt x="799153" y="387474"/>
                  </a:lnTo>
                  <a:lnTo>
                    <a:pt x="748095" y="404440"/>
                  </a:lnTo>
                  <a:lnTo>
                    <a:pt x="695970" y="417776"/>
                  </a:lnTo>
                  <a:lnTo>
                    <a:pt x="643039" y="427425"/>
                  </a:lnTo>
                  <a:lnTo>
                    <a:pt x="589560" y="433330"/>
                  </a:lnTo>
                  <a:lnTo>
                    <a:pt x="562682" y="434875"/>
                  </a:lnTo>
                  <a:lnTo>
                    <a:pt x="535799" y="435473"/>
                  </a:lnTo>
                  <a:close/>
                </a:path>
              </a:pathLst>
            </a:custGeom>
            <a:solidFill>
              <a:srgbClr val="4F0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9263716" y="5211771"/>
              <a:ext cx="766445" cy="1317625"/>
            </a:xfrm>
            <a:custGeom>
              <a:avLst/>
              <a:gdLst/>
              <a:ahLst/>
              <a:cxnLst/>
              <a:rect l="l" t="t" r="r" b="b"/>
              <a:pathLst>
                <a:path w="766445" h="1317625">
                  <a:moveTo>
                    <a:pt x="233881" y="1317184"/>
                  </a:moveTo>
                  <a:lnTo>
                    <a:pt x="204066" y="1286740"/>
                  </a:lnTo>
                  <a:lnTo>
                    <a:pt x="175986" y="1254682"/>
                  </a:lnTo>
                  <a:lnTo>
                    <a:pt x="149732" y="1221113"/>
                  </a:lnTo>
                  <a:lnTo>
                    <a:pt x="125388" y="1186139"/>
                  </a:lnTo>
                  <a:lnTo>
                    <a:pt x="103026" y="1149866"/>
                  </a:lnTo>
                  <a:lnTo>
                    <a:pt x="82714" y="1112401"/>
                  </a:lnTo>
                  <a:lnTo>
                    <a:pt x="64516" y="1073865"/>
                  </a:lnTo>
                  <a:lnTo>
                    <a:pt x="48491" y="1034381"/>
                  </a:lnTo>
                  <a:lnTo>
                    <a:pt x="34686" y="994068"/>
                  </a:lnTo>
                  <a:lnTo>
                    <a:pt x="23142" y="953044"/>
                  </a:lnTo>
                  <a:lnTo>
                    <a:pt x="13898" y="911442"/>
                  </a:lnTo>
                  <a:lnTo>
                    <a:pt x="6981" y="869395"/>
                  </a:lnTo>
                  <a:lnTo>
                    <a:pt x="2413" y="827029"/>
                  </a:lnTo>
                  <a:lnTo>
                    <a:pt x="208" y="784469"/>
                  </a:lnTo>
                  <a:lnTo>
                    <a:pt x="0" y="770267"/>
                  </a:lnTo>
                  <a:lnTo>
                    <a:pt x="54" y="756058"/>
                  </a:lnTo>
                  <a:lnTo>
                    <a:pt x="1799" y="713482"/>
                  </a:lnTo>
                  <a:lnTo>
                    <a:pt x="5908" y="671063"/>
                  </a:lnTo>
                  <a:lnTo>
                    <a:pt x="12370" y="628939"/>
                  </a:lnTo>
                  <a:lnTo>
                    <a:pt x="21163" y="587244"/>
                  </a:lnTo>
                  <a:lnTo>
                    <a:pt x="32260" y="546103"/>
                  </a:lnTo>
                  <a:lnTo>
                    <a:pt x="45630" y="505637"/>
                  </a:lnTo>
                  <a:lnTo>
                    <a:pt x="61228" y="465978"/>
                  </a:lnTo>
                  <a:lnTo>
                    <a:pt x="79006" y="427252"/>
                  </a:lnTo>
                  <a:lnTo>
                    <a:pt x="98910" y="389574"/>
                  </a:lnTo>
                  <a:lnTo>
                    <a:pt x="120880" y="353057"/>
                  </a:lnTo>
                  <a:lnTo>
                    <a:pt x="144847" y="317818"/>
                  </a:lnTo>
                  <a:lnTo>
                    <a:pt x="170733" y="283970"/>
                  </a:lnTo>
                  <a:lnTo>
                    <a:pt x="198460" y="251613"/>
                  </a:lnTo>
                  <a:lnTo>
                    <a:pt x="227948" y="220845"/>
                  </a:lnTo>
                  <a:lnTo>
                    <a:pt x="259101" y="191764"/>
                  </a:lnTo>
                  <a:lnTo>
                    <a:pt x="291819" y="164464"/>
                  </a:lnTo>
                  <a:lnTo>
                    <a:pt x="326003" y="139024"/>
                  </a:lnTo>
                  <a:lnTo>
                    <a:pt x="361554" y="115522"/>
                  </a:lnTo>
                  <a:lnTo>
                    <a:pt x="398357" y="94034"/>
                  </a:lnTo>
                  <a:lnTo>
                    <a:pt x="436293" y="74627"/>
                  </a:lnTo>
                  <a:lnTo>
                    <a:pt x="475249" y="57359"/>
                  </a:lnTo>
                  <a:lnTo>
                    <a:pt x="515110" y="42282"/>
                  </a:lnTo>
                  <a:lnTo>
                    <a:pt x="555747" y="29445"/>
                  </a:lnTo>
                  <a:lnTo>
                    <a:pt x="597031" y="18889"/>
                  </a:lnTo>
                  <a:lnTo>
                    <a:pt x="638838" y="10645"/>
                  </a:lnTo>
                  <a:lnTo>
                    <a:pt x="681043" y="4736"/>
                  </a:lnTo>
                  <a:lnTo>
                    <a:pt x="723512" y="1185"/>
                  </a:lnTo>
                  <a:lnTo>
                    <a:pt x="766107" y="0"/>
                  </a:lnTo>
                  <a:lnTo>
                    <a:pt x="766107" y="306447"/>
                  </a:lnTo>
                  <a:lnTo>
                    <a:pt x="749051" y="306763"/>
                  </a:lnTo>
                  <a:lnTo>
                    <a:pt x="732042" y="307709"/>
                  </a:lnTo>
                  <a:lnTo>
                    <a:pt x="681343" y="314329"/>
                  </a:lnTo>
                  <a:lnTo>
                    <a:pt x="631716" y="326531"/>
                  </a:lnTo>
                  <a:lnTo>
                    <a:pt x="583749" y="344166"/>
                  </a:lnTo>
                  <a:lnTo>
                    <a:pt x="538015" y="367028"/>
                  </a:lnTo>
                  <a:lnTo>
                    <a:pt x="495105" y="394828"/>
                  </a:lnTo>
                  <a:lnTo>
                    <a:pt x="455565" y="427207"/>
                  </a:lnTo>
                  <a:lnTo>
                    <a:pt x="419862" y="463773"/>
                  </a:lnTo>
                  <a:lnTo>
                    <a:pt x="388425" y="504096"/>
                  </a:lnTo>
                  <a:lnTo>
                    <a:pt x="361663" y="547662"/>
                  </a:lnTo>
                  <a:lnTo>
                    <a:pt x="339913" y="593909"/>
                  </a:lnTo>
                  <a:lnTo>
                    <a:pt x="323430" y="642283"/>
                  </a:lnTo>
                  <a:lnTo>
                    <a:pt x="312414" y="692212"/>
                  </a:lnTo>
                  <a:lnTo>
                    <a:pt x="307014" y="743055"/>
                  </a:lnTo>
                  <a:lnTo>
                    <a:pt x="306474" y="760082"/>
                  </a:lnTo>
                  <a:lnTo>
                    <a:pt x="306567" y="777117"/>
                  </a:lnTo>
                  <a:lnTo>
                    <a:pt x="310630" y="828085"/>
                  </a:lnTo>
                  <a:lnTo>
                    <a:pt x="320330" y="878285"/>
                  </a:lnTo>
                  <a:lnTo>
                    <a:pt x="335538" y="927076"/>
                  </a:lnTo>
                  <a:lnTo>
                    <a:pt x="356065" y="973878"/>
                  </a:lnTo>
                  <a:lnTo>
                    <a:pt x="381674" y="1018132"/>
                  </a:lnTo>
                  <a:lnTo>
                    <a:pt x="412041" y="1059266"/>
                  </a:lnTo>
                  <a:lnTo>
                    <a:pt x="446771" y="1096758"/>
                  </a:lnTo>
                  <a:lnTo>
                    <a:pt x="233881" y="1317184"/>
                  </a:lnTo>
                  <a:close/>
                </a:path>
              </a:pathLst>
            </a:custGeom>
            <a:solidFill>
              <a:srgbClr val="A133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9890748" y="5307368"/>
              <a:ext cx="447675" cy="281940"/>
            </a:xfrm>
            <a:custGeom>
              <a:avLst/>
              <a:gdLst/>
              <a:ahLst/>
              <a:cxnLst/>
              <a:rect l="l" t="t" r="r" b="b"/>
              <a:pathLst>
                <a:path w="447675" h="281939">
                  <a:moveTo>
                    <a:pt x="414515" y="281939"/>
                  </a:moveTo>
                  <a:lnTo>
                    <a:pt x="33047" y="281939"/>
                  </a:lnTo>
                  <a:lnTo>
                    <a:pt x="28187" y="280973"/>
                  </a:lnTo>
                  <a:lnTo>
                    <a:pt x="966" y="253752"/>
                  </a:lnTo>
                  <a:lnTo>
                    <a:pt x="0" y="24889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14515" y="0"/>
                  </a:lnTo>
                  <a:lnTo>
                    <a:pt x="446596" y="28187"/>
                  </a:lnTo>
                  <a:lnTo>
                    <a:pt x="447563" y="33047"/>
                  </a:lnTo>
                  <a:lnTo>
                    <a:pt x="447563" y="248892"/>
                  </a:lnTo>
                  <a:lnTo>
                    <a:pt x="419375" y="280973"/>
                  </a:lnTo>
                  <a:lnTo>
                    <a:pt x="414515" y="281939"/>
                  </a:lnTo>
                  <a:close/>
                </a:path>
              </a:pathLst>
            </a:custGeom>
            <a:solidFill>
              <a:srgbClr val="252423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9433576" y="5116758"/>
              <a:ext cx="1367155" cy="1704975"/>
            </a:xfrm>
            <a:custGeom>
              <a:avLst/>
              <a:gdLst/>
              <a:ahLst/>
              <a:cxnLst/>
              <a:rect l="l" t="t" r="r" b="b"/>
              <a:pathLst>
                <a:path w="1367154" h="1704975">
                  <a:moveTo>
                    <a:pt x="629044" y="76545"/>
                  </a:moveTo>
                  <a:lnTo>
                    <a:pt x="632244" y="0"/>
                  </a:lnTo>
                  <a:lnTo>
                    <a:pt x="746544" y="0"/>
                  </a:lnTo>
                </a:path>
                <a:path w="1367154" h="1704975">
                  <a:moveTo>
                    <a:pt x="1051889" y="221567"/>
                  </a:moveTo>
                  <a:lnTo>
                    <a:pt x="1096342" y="159171"/>
                  </a:lnTo>
                  <a:lnTo>
                    <a:pt x="1210642" y="159171"/>
                  </a:lnTo>
                </a:path>
                <a:path w="1367154" h="1704975">
                  <a:moveTo>
                    <a:pt x="1194139" y="1370226"/>
                  </a:moveTo>
                  <a:lnTo>
                    <a:pt x="1252470" y="1419893"/>
                  </a:lnTo>
                  <a:lnTo>
                    <a:pt x="1366770" y="1419893"/>
                  </a:lnTo>
                </a:path>
                <a:path w="1367154" h="1704975">
                  <a:moveTo>
                    <a:pt x="435574" y="1629789"/>
                  </a:moveTo>
                  <a:lnTo>
                    <a:pt x="419898" y="1704780"/>
                  </a:lnTo>
                  <a:lnTo>
                    <a:pt x="305598" y="1704780"/>
                  </a:lnTo>
                </a:path>
                <a:path w="1367154" h="1704975">
                  <a:moveTo>
                    <a:pt x="157139" y="210104"/>
                  </a:moveTo>
                  <a:lnTo>
                    <a:pt x="114299" y="146590"/>
                  </a:lnTo>
                  <a:lnTo>
                    <a:pt x="0" y="14659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 descr=""/>
          <p:cNvSpPr txBox="1"/>
          <p:nvPr/>
        </p:nvSpPr>
        <p:spPr>
          <a:xfrm>
            <a:off x="8906283" y="6726924"/>
            <a:ext cx="8077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267.3T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(17.89%)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10825746" y="6381076"/>
            <a:ext cx="454025" cy="2844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960"/>
              </a:lnSpc>
              <a:spcBef>
                <a:spcPts val="229"/>
              </a:spcBef>
            </a:pPr>
            <a:r>
              <a:rPr dirty="0" sz="900" spc="-10">
                <a:latin typeface="Times New Roman"/>
                <a:cs typeface="Times New Roman"/>
              </a:rPr>
              <a:t>484.77T (32.44%)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8954151" y="5107772"/>
            <a:ext cx="454025" cy="2844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43815">
              <a:lnSpc>
                <a:spcPts val="960"/>
              </a:lnSpc>
              <a:spcBef>
                <a:spcPts val="229"/>
              </a:spcBef>
            </a:pPr>
            <a:r>
              <a:rPr dirty="0" sz="900" spc="-10">
                <a:latin typeface="Times New Roman"/>
                <a:cs typeface="Times New Roman"/>
              </a:rPr>
              <a:t>564.52T (37.78%)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9916092" y="5000131"/>
            <a:ext cx="1504315" cy="55816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270"/>
              </a:spcBef>
            </a:pPr>
            <a:r>
              <a:rPr dirty="0" sz="900">
                <a:latin typeface="Times New Roman"/>
                <a:cs typeface="Times New Roman"/>
              </a:rPr>
              <a:t>19.87T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(1.33%)</a:t>
            </a:r>
            <a:endParaRPr sz="900">
              <a:latin typeface="Times New Roman"/>
              <a:cs typeface="Times New Roman"/>
            </a:endParaRPr>
          </a:p>
          <a:p>
            <a:pPr marL="765810">
              <a:lnSpc>
                <a:spcPts val="980"/>
              </a:lnSpc>
              <a:spcBef>
                <a:spcPts val="175"/>
              </a:spcBef>
            </a:pPr>
            <a:r>
              <a:rPr dirty="0" sz="900">
                <a:latin typeface="Times New Roman"/>
                <a:cs typeface="Times New Roman"/>
              </a:rPr>
              <a:t>122.2T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(8.18%)</a:t>
            </a:r>
            <a:endParaRPr sz="900">
              <a:latin typeface="Times New Roman"/>
              <a:cs typeface="Times New Roman"/>
            </a:endParaRPr>
          </a:p>
          <a:p>
            <a:pPr marL="12700" marR="1111885" indent="50165">
              <a:lnSpc>
                <a:spcPct val="75000"/>
              </a:lnSpc>
              <a:spcBef>
                <a:spcPts val="170"/>
              </a:spcBef>
            </a:pPr>
            <a:r>
              <a:rPr dirty="0" sz="900" spc="-20">
                <a:latin typeface="Times New Roman"/>
                <a:cs typeface="Times New Roman"/>
              </a:rPr>
              <a:t>35.7T </a:t>
            </a:r>
            <a:r>
              <a:rPr dirty="0" sz="900" spc="-10">
                <a:latin typeface="Times New Roman"/>
                <a:cs typeface="Times New Roman"/>
              </a:rPr>
              <a:t>(2.39%)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61" name="object 161" descr=""/>
          <p:cNvGrpSpPr/>
          <p:nvPr/>
        </p:nvGrpSpPr>
        <p:grpSpPr>
          <a:xfrm>
            <a:off x="11497309" y="5326126"/>
            <a:ext cx="95250" cy="1304925"/>
            <a:chOff x="11497309" y="5326126"/>
            <a:chExt cx="95250" cy="1304925"/>
          </a:xfrm>
        </p:grpSpPr>
        <p:pic>
          <p:nvPicPr>
            <p:cNvPr id="162" name="object 16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97309" y="5326126"/>
              <a:ext cx="95249" cy="95249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97309" y="5573776"/>
              <a:ext cx="95249" cy="95249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97309" y="5811901"/>
              <a:ext cx="95249" cy="95249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7309" y="6050026"/>
              <a:ext cx="95249" cy="95249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97309" y="6297676"/>
              <a:ext cx="95249" cy="95249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97309" y="6535800"/>
              <a:ext cx="95249" cy="95249"/>
            </a:xfrm>
            <a:prstGeom prst="rect">
              <a:avLst/>
            </a:prstGeom>
          </p:spPr>
        </p:pic>
      </p:grpSp>
      <p:sp>
        <p:nvSpPr>
          <p:cNvPr id="168" name="object 168" descr=""/>
          <p:cNvSpPr txBox="1"/>
          <p:nvPr/>
        </p:nvSpPr>
        <p:spPr>
          <a:xfrm>
            <a:off x="11599464" y="5184768"/>
            <a:ext cx="681990" cy="14732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1960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1970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1980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1990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2000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>
                <a:latin typeface="Times New Roman"/>
                <a:cs typeface="Times New Roman"/>
              </a:rPr>
              <a:t>Sum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2010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33374" y="457200"/>
            <a:ext cx="11972925" cy="6524625"/>
          </a:xfrm>
          <a:custGeom>
            <a:avLst/>
            <a:gdLst/>
            <a:ahLst/>
            <a:cxnLst/>
            <a:rect l="l" t="t" r="r" b="b"/>
            <a:pathLst>
              <a:path w="11972925" h="6524625">
                <a:moveTo>
                  <a:pt x="11972924" y="6524624"/>
                </a:moveTo>
                <a:lnTo>
                  <a:pt x="0" y="6524624"/>
                </a:lnTo>
                <a:lnTo>
                  <a:pt x="0" y="0"/>
                </a:lnTo>
                <a:lnTo>
                  <a:pt x="11972924" y="0"/>
                </a:lnTo>
                <a:lnTo>
                  <a:pt x="11972924" y="6524624"/>
                </a:lnTo>
                <a:close/>
              </a:path>
            </a:pathLst>
          </a:custGeom>
          <a:solidFill>
            <a:srgbClr val="FFFFFF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299" y="460406"/>
            <a:ext cx="270954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KEY</a:t>
            </a:r>
            <a:r>
              <a:rPr dirty="0" sz="2800" spc="-105"/>
              <a:t> </a:t>
            </a:r>
            <a:r>
              <a:rPr dirty="0" sz="2800" spc="-10"/>
              <a:t>INSIGHTS: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368299" y="872510"/>
            <a:ext cx="11717655" cy="5443855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Global</a:t>
            </a:r>
            <a:r>
              <a:rPr dirty="0" sz="20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20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Dynamics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with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highest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populations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include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China,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India,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the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United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States,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showing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consistent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since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1960.</a:t>
            </a:r>
            <a:endParaRPr sz="1800">
              <a:latin typeface="Times New Roman"/>
              <a:cs typeface="Times New Roman"/>
            </a:endParaRPr>
          </a:p>
          <a:p>
            <a:pPr lvl="1" marL="183515" marR="673100" indent="-81280">
              <a:lnSpc>
                <a:spcPts val="2030"/>
              </a:lnSpc>
              <a:spcBef>
                <a:spcPts val="131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1800" spc="-7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rates</a:t>
            </a:r>
            <a:r>
              <a:rPr dirty="0" sz="1800" spc="-4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are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significantly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higher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114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African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South</a:t>
            </a:r>
            <a:r>
              <a:rPr dirty="0" sz="1800" spc="-1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Asian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compared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Europe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North America.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09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Low</a:t>
            </a:r>
            <a:r>
              <a:rPr dirty="0" sz="1800" spc="-5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density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regions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include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large-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area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like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Canada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Australia,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despite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their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size.</a:t>
            </a:r>
            <a:endParaRPr sz="18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Economic</a:t>
            </a:r>
            <a:r>
              <a:rPr dirty="0" sz="2000" spc="-4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Strength</a:t>
            </a:r>
            <a:r>
              <a:rPr dirty="0" sz="20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–</a:t>
            </a:r>
            <a:r>
              <a:rPr dirty="0" sz="20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2000" spc="-2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Top</a:t>
            </a:r>
            <a:r>
              <a:rPr dirty="0" sz="1800" spc="-7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1800" spc="-7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capita</a:t>
            </a:r>
            <a:r>
              <a:rPr dirty="0" sz="1800" spc="-4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4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include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developed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nations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like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Luxembourg,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Switzerland,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Norway.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Lowest</a:t>
            </a:r>
            <a:r>
              <a:rPr dirty="0" sz="1800" spc="-7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1800" spc="-6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capita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is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observed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Sub-Saharan</a:t>
            </a:r>
            <a:r>
              <a:rPr dirty="0" sz="1800" spc="-10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Africa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conflict-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affected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countries.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There</a:t>
            </a:r>
            <a:r>
              <a:rPr dirty="0" sz="1800" spc="-4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is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clear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positive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52423"/>
                </a:solidFill>
                <a:latin typeface="Times New Roman"/>
                <a:cs typeface="Times New Roman"/>
              </a:rPr>
              <a:t>correlation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between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1800" spc="-5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capita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rate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High</a:t>
            </a:r>
            <a:r>
              <a:rPr dirty="0" sz="1800" spc="-5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volatility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is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seen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oil-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dependent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economies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(e.g.,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Middle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East).</a:t>
            </a:r>
            <a:endParaRPr sz="18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Sector</a:t>
            </a:r>
            <a:r>
              <a:rPr dirty="0" sz="2000" spc="-6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Contribution</a:t>
            </a:r>
            <a:r>
              <a:rPr dirty="0" sz="20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z="2000" spc="-25" b="1">
                <a:solidFill>
                  <a:srgbClr val="252423"/>
                </a:solidFill>
                <a:latin typeface="Times New Roman"/>
                <a:cs typeface="Times New Roman"/>
              </a:rPr>
              <a:t> GDP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High-income</a:t>
            </a:r>
            <a:r>
              <a:rPr dirty="0" sz="1800" spc="-6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have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52423"/>
                </a:solidFill>
                <a:latin typeface="Times New Roman"/>
                <a:cs typeface="Times New Roman"/>
              </a:rPr>
              <a:t>greater</a:t>
            </a:r>
            <a:r>
              <a:rPr dirty="0" sz="1800" spc="-6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share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from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services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,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while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52423"/>
                </a:solidFill>
                <a:latin typeface="Times New Roman"/>
                <a:cs typeface="Times New Roman"/>
              </a:rPr>
              <a:t>low-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income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rely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more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52423"/>
                </a:solidFill>
                <a:latin typeface="Times New Roman"/>
                <a:cs typeface="Times New Roman"/>
              </a:rPr>
              <a:t>agriculture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Industry-heavy</a:t>
            </a:r>
            <a:r>
              <a:rPr dirty="0" sz="1800" spc="-4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(like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China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Germany)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balance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contributions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across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manufacturing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services.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23849" y="466725"/>
            <a:ext cx="12001500" cy="6524625"/>
          </a:xfrm>
          <a:custGeom>
            <a:avLst/>
            <a:gdLst/>
            <a:ahLst/>
            <a:cxnLst/>
            <a:rect l="l" t="t" r="r" b="b"/>
            <a:pathLst>
              <a:path w="12001500" h="6524625">
                <a:moveTo>
                  <a:pt x="12001499" y="6524624"/>
                </a:moveTo>
                <a:lnTo>
                  <a:pt x="0" y="6524624"/>
                </a:lnTo>
                <a:lnTo>
                  <a:pt x="0" y="0"/>
                </a:lnTo>
                <a:lnTo>
                  <a:pt x="12001499" y="0"/>
                </a:lnTo>
                <a:lnTo>
                  <a:pt x="12001499" y="6524624"/>
                </a:lnTo>
                <a:close/>
              </a:path>
            </a:pathLst>
          </a:custGeom>
          <a:solidFill>
            <a:srgbClr val="FFFFFF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774" y="469931"/>
            <a:ext cx="270954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KEY</a:t>
            </a:r>
            <a:r>
              <a:rPr dirty="0" sz="2800" spc="-105"/>
              <a:t> </a:t>
            </a:r>
            <a:r>
              <a:rPr dirty="0" sz="2800" spc="-10"/>
              <a:t>INSIGHTS: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358774" y="882035"/>
            <a:ext cx="11319510" cy="5443855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405"/>
              </a:spcBef>
              <a:buAutoNum type="arabicPeriod" startAt="4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20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0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Education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Highest</a:t>
            </a:r>
            <a:r>
              <a:rPr dirty="0" sz="1800" spc="-8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rates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are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found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Northern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6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Western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Europe,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North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America,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East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Asia.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Low</a:t>
            </a:r>
            <a:r>
              <a:rPr dirty="0" sz="1800" spc="-5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1800" spc="-2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regions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overlap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with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low-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income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economies,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mostly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Sub-Saharan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Africa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parts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z="1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South</a:t>
            </a:r>
            <a:r>
              <a:rPr dirty="0" sz="1800" spc="-114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Asia.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investing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more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services</a:t>
            </a:r>
            <a:r>
              <a:rPr dirty="0" sz="1800" spc="-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education</a:t>
            </a:r>
            <a:r>
              <a:rPr dirty="0" sz="1800" spc="-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show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better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8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health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indicators.</a:t>
            </a:r>
            <a:endParaRPr sz="18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1165"/>
              </a:spcBef>
              <a:buAutoNum type="arabicPeriod" startAt="4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Infant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Mortality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&amp;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 Health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Infant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mortality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drastically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higher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low-</a:t>
            </a:r>
            <a:r>
              <a:rPr dirty="0" sz="1800" spc="-45">
                <a:solidFill>
                  <a:srgbClr val="252423"/>
                </a:solidFill>
                <a:latin typeface="Times New Roman"/>
                <a:cs typeface="Times New Roman"/>
              </a:rPr>
              <a:t>GDP,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low-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countries.</a:t>
            </a:r>
            <a:endParaRPr sz="1800">
              <a:latin typeface="Times New Roman"/>
              <a:cs typeface="Times New Roman"/>
            </a:endParaRPr>
          </a:p>
          <a:p>
            <a:pPr lvl="1" marL="183515" marR="5080" indent="-81280">
              <a:lnSpc>
                <a:spcPts val="2020"/>
              </a:lnSpc>
              <a:spcBef>
                <a:spcPts val="132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with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higher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capita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tend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have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lower</a:t>
            </a:r>
            <a:r>
              <a:rPr dirty="0" sz="1800" spc="-6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infant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mortality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rates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,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confirming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importance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economic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development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improving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healthcare.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0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Over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time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(from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1960–2016),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most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have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reduced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infant</a:t>
            </a:r>
            <a:r>
              <a:rPr dirty="0" sz="1800" spc="-3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mortality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,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but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pace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varies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greatly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z="1800" spc="-3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region.</a:t>
            </a:r>
            <a:endParaRPr sz="18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1165"/>
              </a:spcBef>
              <a:buAutoNum type="arabicPeriod" startAt="4"/>
              <a:tabLst>
                <a:tab pos="266065" algn="l"/>
              </a:tabLst>
            </a:pPr>
            <a:r>
              <a:rPr dirty="0" sz="2000" b="1">
                <a:solidFill>
                  <a:srgbClr val="252423"/>
                </a:solidFill>
                <a:latin typeface="Times New Roman"/>
                <a:cs typeface="Times New Roman"/>
              </a:rPr>
              <a:t>Regional</a:t>
            </a:r>
            <a:r>
              <a:rPr dirty="0" sz="20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52423"/>
                </a:solidFill>
                <a:latin typeface="Times New Roman"/>
                <a:cs typeface="Times New Roman"/>
              </a:rPr>
              <a:t>Insights</a:t>
            </a:r>
            <a:endParaRPr sz="20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75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South</a:t>
            </a:r>
            <a:r>
              <a:rPr dirty="0" sz="1800" spc="-114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Asia</a:t>
            </a:r>
            <a:r>
              <a:rPr dirty="0" sz="1800" spc="-5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Africa</a:t>
            </a:r>
            <a:r>
              <a:rPr dirty="0" sz="1800" spc="-3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exhibit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rapid</a:t>
            </a:r>
            <a:r>
              <a:rPr dirty="0" sz="1800" spc="-4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but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face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developmental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challenges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like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low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literacy.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Europe</a:t>
            </a:r>
            <a:r>
              <a:rPr dirty="0" sz="1800" spc="-4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shows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declining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birthrates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stagnant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but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maintains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high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strong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health</a:t>
            </a:r>
            <a:r>
              <a:rPr dirty="0" sz="1800" spc="-3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indicators.</a:t>
            </a:r>
            <a:endParaRPr sz="1800">
              <a:latin typeface="Times New Roman"/>
              <a:cs typeface="Times New Roman"/>
            </a:endParaRPr>
          </a:p>
          <a:p>
            <a:pPr lvl="1" marL="183515" indent="-80645">
              <a:lnSpc>
                <a:spcPct val="100000"/>
              </a:lnSpc>
              <a:spcBef>
                <a:spcPts val="1140"/>
              </a:spcBef>
              <a:buSzPct val="50000"/>
              <a:buFont typeface="Segoe UI"/>
              <a:buChar char="•"/>
              <a:tabLst>
                <a:tab pos="183515" algn="l"/>
              </a:tabLst>
            </a:pP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Middle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Eastern</a:t>
            </a:r>
            <a:r>
              <a:rPr dirty="0" sz="1800" spc="-2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1800" spc="-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show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high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8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capita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but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often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low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diversity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1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1800" spc="-8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52423"/>
                </a:solidFill>
                <a:latin typeface="Times New Roman"/>
                <a:cs typeface="Times New Roman"/>
              </a:rPr>
              <a:t>sectors</a:t>
            </a:r>
            <a:r>
              <a:rPr dirty="0" sz="1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52423"/>
                </a:solidFill>
                <a:latin typeface="Times New Roman"/>
                <a:cs typeface="Times New Roman"/>
              </a:rPr>
              <a:t>(oil-driven).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80999" y="952500"/>
            <a:ext cx="11887200" cy="5257800"/>
          </a:xfrm>
          <a:custGeom>
            <a:avLst/>
            <a:gdLst/>
            <a:ahLst/>
            <a:cxnLst/>
            <a:rect l="l" t="t" r="r" b="b"/>
            <a:pathLst>
              <a:path w="11887200" h="5257800">
                <a:moveTo>
                  <a:pt x="11887199" y="5257799"/>
                </a:moveTo>
                <a:lnTo>
                  <a:pt x="0" y="5257799"/>
                </a:lnTo>
                <a:lnTo>
                  <a:pt x="0" y="0"/>
                </a:lnTo>
                <a:lnTo>
                  <a:pt x="11887199" y="0"/>
                </a:lnTo>
                <a:lnTo>
                  <a:pt x="11887199" y="5257799"/>
                </a:lnTo>
                <a:close/>
              </a:path>
            </a:pathLst>
          </a:custGeom>
          <a:solidFill>
            <a:srgbClr val="FFFFFF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952563"/>
            <a:ext cx="44881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RECOMMENDATIONS: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96924" y="1439538"/>
            <a:ext cx="9504680" cy="402590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Strengthen</a:t>
            </a:r>
            <a:r>
              <a:rPr dirty="0" sz="2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Investment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 Education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Improve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Healthcare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Diversify Economies</a:t>
            </a:r>
            <a:r>
              <a:rPr dirty="0" sz="2800" spc="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2800" spc="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Resource-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Rich</a:t>
            </a:r>
            <a:r>
              <a:rPr dirty="0" sz="2800" spc="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Control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Rapidly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Growing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Regions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Encourage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Urban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Infrastructure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in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Densely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Populated</a:t>
            </a:r>
            <a:r>
              <a:rPr dirty="0" sz="2800" spc="-2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Leverage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Digital</a:t>
            </a:r>
            <a:r>
              <a:rPr dirty="0" sz="2800" spc="-2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368300" algn="l"/>
              </a:tabLst>
            </a:pP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Enhance</a:t>
            </a:r>
            <a:r>
              <a:rPr dirty="0" sz="2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Data</a:t>
            </a:r>
            <a:r>
              <a:rPr dirty="0" sz="2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Monitoring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8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52423"/>
                </a:solidFill>
                <a:latin typeface="Times New Roman"/>
                <a:cs typeface="Times New Roman"/>
              </a:rPr>
              <a:t>Policy</a:t>
            </a:r>
            <a:r>
              <a:rPr dirty="0" sz="2800" spc="-16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52423"/>
                </a:solidFill>
                <a:latin typeface="Times New Roman"/>
                <a:cs typeface="Times New Roman"/>
              </a:rPr>
              <a:t>Alignment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23849" y="466725"/>
            <a:ext cx="11963400" cy="6343650"/>
          </a:xfrm>
          <a:custGeom>
            <a:avLst/>
            <a:gdLst/>
            <a:ahLst/>
            <a:cxnLst/>
            <a:rect l="l" t="t" r="r" b="b"/>
            <a:pathLst>
              <a:path w="11963400" h="6343650">
                <a:moveTo>
                  <a:pt x="11963399" y="6343649"/>
                </a:moveTo>
                <a:lnTo>
                  <a:pt x="0" y="6343649"/>
                </a:lnTo>
                <a:lnTo>
                  <a:pt x="0" y="0"/>
                </a:lnTo>
                <a:lnTo>
                  <a:pt x="11963399" y="0"/>
                </a:lnTo>
                <a:lnTo>
                  <a:pt x="11963399" y="6343649"/>
                </a:lnTo>
                <a:close/>
              </a:path>
            </a:pathLst>
          </a:custGeom>
          <a:solidFill>
            <a:srgbClr val="FFFFFF">
              <a:alpha val="160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CONCLUSION: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9774" y="1101725"/>
            <a:ext cx="11468735" cy="518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Global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data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reveals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strong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links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between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population,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economy,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education,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health.</a:t>
            </a:r>
            <a:endParaRPr sz="2400">
              <a:latin typeface="Times New Roman"/>
              <a:cs typeface="Times New Roman"/>
            </a:endParaRPr>
          </a:p>
          <a:p>
            <a:pPr marL="12700" marR="895350">
              <a:lnSpc>
                <a:spcPts val="2780"/>
              </a:lnSpc>
              <a:spcBef>
                <a:spcPts val="2620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High-income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show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high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24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per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capita,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strong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rates,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low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infant mortality.</a:t>
            </a:r>
            <a:endParaRPr sz="2400">
              <a:latin typeface="Times New Roman"/>
              <a:cs typeface="Times New Roman"/>
            </a:endParaRPr>
          </a:p>
          <a:p>
            <a:pPr marL="12700" marR="1138555">
              <a:lnSpc>
                <a:spcPts val="2780"/>
              </a:lnSpc>
              <a:spcBef>
                <a:spcPts val="2540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Low-income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countries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face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challenges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with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rapid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population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growth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poor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health outcomes.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65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Literacy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2400" spc="-9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have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52423"/>
                </a:solidFill>
                <a:latin typeface="Times New Roman"/>
                <a:cs typeface="Times New Roman"/>
              </a:rPr>
              <a:t>positive</a:t>
            </a:r>
            <a:r>
              <a:rPr dirty="0" sz="2400" spc="-1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52423"/>
                </a:solidFill>
                <a:latin typeface="Times New Roman"/>
                <a:cs typeface="Times New Roman"/>
              </a:rPr>
              <a:t>correlation</a:t>
            </a:r>
            <a:r>
              <a:rPr dirty="0" sz="2400" spc="-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—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education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drives</a:t>
            </a:r>
            <a:r>
              <a:rPr dirty="0" sz="2400" spc="-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economic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growth.</a:t>
            </a:r>
            <a:endParaRPr sz="2400">
              <a:latin typeface="Times New Roman"/>
              <a:cs typeface="Times New Roman"/>
            </a:endParaRPr>
          </a:p>
          <a:p>
            <a:pPr marL="12700" marR="443865">
              <a:lnSpc>
                <a:spcPts val="2780"/>
              </a:lnSpc>
              <a:spcBef>
                <a:spcPts val="2620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Infant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mortality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GDP</a:t>
            </a:r>
            <a:r>
              <a:rPr dirty="0" sz="2400" spc="-1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show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52423"/>
                </a:solidFill>
                <a:latin typeface="Times New Roman"/>
                <a:cs typeface="Times New Roman"/>
              </a:rPr>
              <a:t>negative</a:t>
            </a:r>
            <a:r>
              <a:rPr dirty="0" sz="2400" spc="-10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52423"/>
                </a:solidFill>
                <a:latin typeface="Times New Roman"/>
                <a:cs typeface="Times New Roman"/>
              </a:rPr>
              <a:t>correlation</a:t>
            </a:r>
            <a:r>
              <a:rPr dirty="0" sz="2400" spc="-15" b="1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—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better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economies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support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better healthcare.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780"/>
              </a:lnSpc>
              <a:spcBef>
                <a:spcPts val="2540"/>
              </a:spcBef>
            </a:pP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Service-oriented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economies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tend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be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more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prosperous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and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stable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than</a:t>
            </a:r>
            <a:r>
              <a:rPr dirty="0" sz="2400" spc="-15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423"/>
                </a:solidFill>
                <a:latin typeface="Times New Roman"/>
                <a:cs typeface="Times New Roman"/>
              </a:rPr>
              <a:t>agriculture-</a:t>
            </a:r>
            <a:r>
              <a:rPr dirty="0" sz="2400" spc="-10">
                <a:solidFill>
                  <a:srgbClr val="252423"/>
                </a:solidFill>
                <a:latin typeface="Times New Roman"/>
                <a:cs typeface="Times New Roman"/>
              </a:rPr>
              <a:t>dependent ones.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2191999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19249" y="2705099"/>
            <a:ext cx="9696450" cy="1704975"/>
          </a:xfrm>
          <a:custGeom>
            <a:avLst/>
            <a:gdLst/>
            <a:ahLst/>
            <a:cxnLst/>
            <a:rect l="l" t="t" r="r" b="b"/>
            <a:pathLst>
              <a:path w="9696450" h="1704975">
                <a:moveTo>
                  <a:pt x="9696449" y="1704974"/>
                </a:moveTo>
                <a:lnTo>
                  <a:pt x="0" y="1704974"/>
                </a:lnTo>
                <a:lnTo>
                  <a:pt x="0" y="0"/>
                </a:lnTo>
                <a:lnTo>
                  <a:pt x="9696449" y="0"/>
                </a:lnTo>
                <a:lnTo>
                  <a:pt x="9696449" y="1704974"/>
                </a:lnTo>
                <a:close/>
              </a:path>
            </a:pathLst>
          </a:custGeom>
          <a:solidFill>
            <a:srgbClr val="FFFFFF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45332" y="2673350"/>
            <a:ext cx="8244840" cy="1638935"/>
          </a:xfrm>
          <a:prstGeom prst="rect"/>
        </p:spPr>
        <p:txBody>
          <a:bodyPr wrap="square" lIns="0" tIns="59054" rIns="0" bIns="0" rtlCol="0" vert="horz">
            <a:spAutoFit/>
          </a:bodyPr>
          <a:lstStyle/>
          <a:p>
            <a:pPr marL="508634" marR="5080" indent="-496570">
              <a:lnSpc>
                <a:spcPts val="6220"/>
              </a:lnSpc>
              <a:spcBef>
                <a:spcPts val="464"/>
              </a:spcBef>
              <a:tabLst>
                <a:tab pos="4292600" algn="l"/>
                <a:tab pos="4368800" algn="l"/>
              </a:tabLst>
            </a:pPr>
            <a:r>
              <a:rPr dirty="0" sz="5400"/>
              <a:t>THANK</a:t>
            </a:r>
            <a:r>
              <a:rPr dirty="0" sz="5400" spc="-204"/>
              <a:t> </a:t>
            </a:r>
            <a:r>
              <a:rPr dirty="0" sz="5400" spc="-25"/>
              <a:t>YOU</a:t>
            </a:r>
            <a:r>
              <a:rPr dirty="0" sz="5400"/>
              <a:t>		</a:t>
            </a:r>
            <a:r>
              <a:rPr dirty="0" sz="5400" spc="-35"/>
              <a:t>EVERYONE </a:t>
            </a:r>
            <a:r>
              <a:rPr dirty="0" sz="5400"/>
              <a:t>FOR</a:t>
            </a:r>
            <a:r>
              <a:rPr dirty="0" sz="5400" spc="-320"/>
              <a:t> </a:t>
            </a:r>
            <a:r>
              <a:rPr dirty="0" sz="5400" spc="-20"/>
              <a:t>YOUR</a:t>
            </a:r>
            <a:r>
              <a:rPr dirty="0" sz="5400"/>
              <a:t>	</a:t>
            </a:r>
            <a:r>
              <a:rPr dirty="0" sz="5400" spc="-10"/>
              <a:t>PATIENCE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2025-07-14T07:34:05Z</dcterms:created>
  <dcterms:modified xsi:type="dcterms:W3CDTF">2025-07-14T07:34:05Z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2025-07-14T00:00:00Z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2025-07-14T00:00:00Z</vt:filetime>
  </property>
</Properties>
</file>